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3" r:id="rId4"/>
    <p:sldMasterId id="214748370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F95F35-C8AC-4EF0-80F1-5A003EE2AD93}">
  <a:tblStyle styleId="{F7F95F35-C8AC-4EF0-80F1-5A003EE2AD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slide" Target="slides/slide40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slide" Target="slides/slide41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d96235678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d96235678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38409d8f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38409d8f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38409d8fb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38409d8fb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" name="Google Shape;63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">
  <p:cSld name="Titelfolie">
    <p:bg>
      <p:bgPr>
        <a:solidFill>
          <a:schemeClr val="accent2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 txBox="1"/>
          <p:nvPr>
            <p:ph type="ctrTitle"/>
          </p:nvPr>
        </p:nvSpPr>
        <p:spPr>
          <a:xfrm>
            <a:off x="305526" y="1113238"/>
            <a:ext cx="56163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orgia"/>
              <a:buNone/>
              <a:defRPr i="0" sz="4000"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" type="subTitle"/>
          </p:nvPr>
        </p:nvSpPr>
        <p:spPr>
          <a:xfrm>
            <a:off x="305526" y="2409460"/>
            <a:ext cx="5616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sz="2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  <p:pic>
        <p:nvPicPr>
          <p:cNvPr id="26" name="Google Shape;2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65225" y="303050"/>
            <a:ext cx="1473674" cy="1179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055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width text - white">
  <p:cSld name="Titel und Inhalt_Text S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idx="1" type="body"/>
          </p:nvPr>
        </p:nvSpPr>
        <p:spPr>
          <a:xfrm>
            <a:off x="305525" y="1113250"/>
            <a:ext cx="8532000" cy="3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9" name="Google Shape;29;p3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width text - grey">
  <p:cSld name="Agenda_1_2_2_1">
    <p:bg>
      <p:bgPr>
        <a:solidFill>
          <a:srgbClr val="EFEFE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305825" y="1113175"/>
            <a:ext cx="85320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33" name="Google Shape;33;p4"/>
          <p:cNvSpPr txBox="1"/>
          <p:nvPr>
            <p:ph idx="2" type="subTitle"/>
          </p:nvPr>
        </p:nvSpPr>
        <p:spPr>
          <a:xfrm>
            <a:off x="305525" y="674807"/>
            <a:ext cx="5616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width text - light blue">
  <p:cSld name="Agenda_1_2">
    <p:bg>
      <p:bgPr>
        <a:solidFill>
          <a:srgbClr val="EBF2FB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305825" y="1113175"/>
            <a:ext cx="85320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05525" y="674807"/>
            <a:ext cx="5616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highlight left - blue">
  <p:cSld name="Agenda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/>
          <p:nvPr/>
        </p:nvSpPr>
        <p:spPr>
          <a:xfrm>
            <a:off x="0" y="0"/>
            <a:ext cx="2511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3006325" y="1113250"/>
            <a:ext cx="58317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41" name="Google Shape;41;p6"/>
          <p:cNvSpPr txBox="1"/>
          <p:nvPr>
            <p:ph type="title"/>
          </p:nvPr>
        </p:nvSpPr>
        <p:spPr>
          <a:xfrm>
            <a:off x="306000" y="303533"/>
            <a:ext cx="2016000" cy="13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None/>
              <a:defRPr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highlight left - grey">
  <p:cSld name="Agenda_2_1_1_1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0" y="0"/>
            <a:ext cx="2511000" cy="5143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Google Shape;4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/>
          <p:nvPr>
            <p:ph type="title"/>
          </p:nvPr>
        </p:nvSpPr>
        <p:spPr>
          <a:xfrm>
            <a:off x="306000" y="303526"/>
            <a:ext cx="2016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3006325" y="1113250"/>
            <a:ext cx="58317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48" name="Google Shape;48;p7"/>
          <p:cNvSpPr txBox="1"/>
          <p:nvPr>
            <p:ph idx="2" type="subTitle"/>
          </p:nvPr>
        </p:nvSpPr>
        <p:spPr>
          <a:xfrm>
            <a:off x="305525" y="1448325"/>
            <a:ext cx="20160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highlight left - light blue">
  <p:cSld name="Agenda_2_1_1_1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/>
          <p:nvPr/>
        </p:nvSpPr>
        <p:spPr>
          <a:xfrm>
            <a:off x="0" y="0"/>
            <a:ext cx="2511000" cy="51435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" name="Google Shape;51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8"/>
          <p:cNvSpPr txBox="1"/>
          <p:nvPr>
            <p:ph type="title"/>
          </p:nvPr>
        </p:nvSpPr>
        <p:spPr>
          <a:xfrm>
            <a:off x="306000" y="303526"/>
            <a:ext cx="2016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" type="body"/>
          </p:nvPr>
        </p:nvSpPr>
        <p:spPr>
          <a:xfrm>
            <a:off x="3006325" y="1113250"/>
            <a:ext cx="58317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54" name="Google Shape;54;p8"/>
          <p:cNvSpPr txBox="1"/>
          <p:nvPr>
            <p:ph idx="2" type="subTitle"/>
          </p:nvPr>
        </p:nvSpPr>
        <p:spPr>
          <a:xfrm>
            <a:off x="305525" y="1448325"/>
            <a:ext cx="20160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highlight left - white on grey">
  <p:cSld name="Agenda_2_1_2">
    <p:bg>
      <p:bgPr>
        <a:solidFill>
          <a:srgbClr val="EFEFE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0"/>
            <a:ext cx="2518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/>
          <p:nvPr>
            <p:ph type="title"/>
          </p:nvPr>
        </p:nvSpPr>
        <p:spPr>
          <a:xfrm>
            <a:off x="306000" y="303526"/>
            <a:ext cx="2016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3006325" y="1113250"/>
            <a:ext cx="58317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60" name="Google Shape;60;p9"/>
          <p:cNvSpPr txBox="1"/>
          <p:nvPr>
            <p:ph idx="2" type="subTitle"/>
          </p:nvPr>
        </p:nvSpPr>
        <p:spPr>
          <a:xfrm>
            <a:off x="305525" y="1448325"/>
            <a:ext cx="20160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highlight left - white on grey">
  <p:cSld name="Agenda_2_1_2_1_1">
    <p:bg>
      <p:bgPr>
        <a:solidFill>
          <a:srgbClr val="EBF2FB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/>
        </p:nvSpPr>
        <p:spPr>
          <a:xfrm>
            <a:off x="0" y="0"/>
            <a:ext cx="2518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0"/>
          <p:cNvSpPr txBox="1"/>
          <p:nvPr>
            <p:ph type="title"/>
          </p:nvPr>
        </p:nvSpPr>
        <p:spPr>
          <a:xfrm>
            <a:off x="306000" y="303526"/>
            <a:ext cx="2016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3006325" y="1113250"/>
            <a:ext cx="58317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66" name="Google Shape;66;p10"/>
          <p:cNvSpPr txBox="1"/>
          <p:nvPr>
            <p:ph idx="2" type="subTitle"/>
          </p:nvPr>
        </p:nvSpPr>
        <p:spPr>
          <a:xfrm>
            <a:off x="305525" y="1448325"/>
            <a:ext cx="20160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left - blue">
  <p:cSld name="Agenda_2_1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/>
          <p:nvPr/>
        </p:nvSpPr>
        <p:spPr>
          <a:xfrm>
            <a:off x="0" y="0"/>
            <a:ext cx="3006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306000" y="487850"/>
            <a:ext cx="2475600" cy="4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2" type="body"/>
          </p:nvPr>
        </p:nvSpPr>
        <p:spPr>
          <a:xfrm>
            <a:off x="3221825" y="487850"/>
            <a:ext cx="5616300" cy="4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left - grey">
  <p:cSld name="Agenda_2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/>
          <p:nvPr/>
        </p:nvSpPr>
        <p:spPr>
          <a:xfrm>
            <a:off x="0" y="0"/>
            <a:ext cx="3006300" cy="5143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306000" y="487850"/>
            <a:ext cx="2475600" cy="4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9pPr>
          </a:lstStyle>
          <a:p/>
        </p:txBody>
      </p:sp>
      <p:sp>
        <p:nvSpPr>
          <p:cNvPr id="75" name="Google Shape;75;p12"/>
          <p:cNvSpPr txBox="1"/>
          <p:nvPr>
            <p:ph idx="2" type="body"/>
          </p:nvPr>
        </p:nvSpPr>
        <p:spPr>
          <a:xfrm>
            <a:off x="3221825" y="487850"/>
            <a:ext cx="5616300" cy="4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pic>
        <p:nvPicPr>
          <p:cNvPr id="76" name="Google Shape;7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left - light blue">
  <p:cSld name="Agenda_2_1_1_2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/>
          <p:nvPr/>
        </p:nvSpPr>
        <p:spPr>
          <a:xfrm>
            <a:off x="0" y="0"/>
            <a:ext cx="3006300" cy="51435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3"/>
          <p:cNvSpPr txBox="1"/>
          <p:nvPr>
            <p:ph idx="1" type="body"/>
          </p:nvPr>
        </p:nvSpPr>
        <p:spPr>
          <a:xfrm>
            <a:off x="306000" y="487850"/>
            <a:ext cx="2475600" cy="4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9pPr>
          </a:lstStyle>
          <a:p/>
        </p:txBody>
      </p:sp>
      <p:sp>
        <p:nvSpPr>
          <p:cNvPr id="81" name="Google Shape;81;p13"/>
          <p:cNvSpPr txBox="1"/>
          <p:nvPr>
            <p:ph idx="2" type="body"/>
          </p:nvPr>
        </p:nvSpPr>
        <p:spPr>
          <a:xfrm>
            <a:off x="3221825" y="487850"/>
            <a:ext cx="5616300" cy="4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right - blue">
  <p:cSld name="CUSTOM"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/>
          <p:nvPr/>
        </p:nvSpPr>
        <p:spPr>
          <a:xfrm>
            <a:off x="-80950" y="-3225"/>
            <a:ext cx="6732000" cy="517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 txBox="1"/>
          <p:nvPr>
            <p:ph idx="12" type="sldNum"/>
          </p:nvPr>
        </p:nvSpPr>
        <p:spPr>
          <a:xfrm>
            <a:off x="8568475" y="4690965"/>
            <a:ext cx="270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86" name="Google Shape;86;p14"/>
          <p:cNvSpPr txBox="1"/>
          <p:nvPr>
            <p:ph idx="1" type="body"/>
          </p:nvPr>
        </p:nvSpPr>
        <p:spPr>
          <a:xfrm>
            <a:off x="305825" y="1113175"/>
            <a:ext cx="58323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87" name="Google Shape;87;p14"/>
          <p:cNvSpPr txBox="1"/>
          <p:nvPr>
            <p:ph idx="2" type="body"/>
          </p:nvPr>
        </p:nvSpPr>
        <p:spPr>
          <a:xfrm>
            <a:off x="6880500" y="1113250"/>
            <a:ext cx="19575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305525" y="303525"/>
            <a:ext cx="58323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/>
        </p:nvSpPr>
        <p:spPr>
          <a:xfrm>
            <a:off x="3006324" y="4726100"/>
            <a:ext cx="25941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de" sz="800" u="none" cap="none" strike="noStrike">
                <a:solidFill>
                  <a:srgbClr val="000E7E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de" sz="800">
                <a:solidFill>
                  <a:srgbClr val="000E7E"/>
                </a:solidFill>
              </a:rPr>
              <a:t>6</a:t>
            </a:r>
            <a:r>
              <a:rPr b="0" i="0" lang="de" sz="800" u="none" cap="none" strike="noStrike">
                <a:solidFill>
                  <a:srgbClr val="000E7E"/>
                </a:solidFill>
                <a:latin typeface="Arial"/>
                <a:ea typeface="Arial"/>
                <a:cs typeface="Arial"/>
                <a:sym typeface="Arial"/>
              </a:rPr>
              <a:t> D4L data4life gGmbH. All rights reserved.</a:t>
            </a:r>
            <a:endParaRPr b="0" i="0" sz="800" u="none" cap="none" strike="noStrike">
              <a:solidFill>
                <a:srgbClr val="000E7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right - grey">
  <p:cSld name="Agenda_2">
    <p:bg>
      <p:bgPr>
        <a:solidFill>
          <a:srgbClr val="EFEFE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/>
          <p:nvPr/>
        </p:nvSpPr>
        <p:spPr>
          <a:xfrm flipH="1">
            <a:off x="0" y="0"/>
            <a:ext cx="6633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/>
          <p:nvPr>
            <p:ph idx="1" type="body"/>
          </p:nvPr>
        </p:nvSpPr>
        <p:spPr>
          <a:xfrm>
            <a:off x="305825" y="1113175"/>
            <a:ext cx="58323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94" name="Google Shape;94;p15"/>
          <p:cNvSpPr txBox="1"/>
          <p:nvPr>
            <p:ph idx="2" type="body"/>
          </p:nvPr>
        </p:nvSpPr>
        <p:spPr>
          <a:xfrm>
            <a:off x="6880500" y="1113250"/>
            <a:ext cx="19575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9pPr>
          </a:lstStyle>
          <a:p/>
        </p:txBody>
      </p:sp>
      <p:sp>
        <p:nvSpPr>
          <p:cNvPr id="95" name="Google Shape;95;p15"/>
          <p:cNvSpPr txBox="1"/>
          <p:nvPr/>
        </p:nvSpPr>
        <p:spPr>
          <a:xfrm>
            <a:off x="3006324" y="4726100"/>
            <a:ext cx="25941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de" sz="800" u="none" cap="none" strike="noStrike">
                <a:solidFill>
                  <a:srgbClr val="000E7E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de" sz="800">
                <a:solidFill>
                  <a:srgbClr val="000E7E"/>
                </a:solidFill>
              </a:rPr>
              <a:t>6</a:t>
            </a:r>
            <a:r>
              <a:rPr b="0" i="0" lang="de" sz="800" u="none" cap="none" strike="noStrike">
                <a:solidFill>
                  <a:srgbClr val="000E7E"/>
                </a:solidFill>
                <a:latin typeface="Arial"/>
                <a:ea typeface="Arial"/>
                <a:cs typeface="Arial"/>
                <a:sym typeface="Arial"/>
              </a:rPr>
              <a:t> D4L data4life gGmbH. All rights reserved.</a:t>
            </a:r>
            <a:endParaRPr b="0" i="0" sz="800" u="none" cap="none" strike="noStrike">
              <a:solidFill>
                <a:srgbClr val="000E7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5"/>
          <p:cNvSpPr txBox="1"/>
          <p:nvPr>
            <p:ph type="title"/>
          </p:nvPr>
        </p:nvSpPr>
        <p:spPr>
          <a:xfrm>
            <a:off x="305525" y="303525"/>
            <a:ext cx="58323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i="0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right - light blue">
  <p:cSld name="Agenda_2_2">
    <p:bg>
      <p:bgPr>
        <a:solidFill>
          <a:srgbClr val="EBF2FB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/>
          <p:nvPr/>
        </p:nvSpPr>
        <p:spPr>
          <a:xfrm flipH="1">
            <a:off x="0" y="0"/>
            <a:ext cx="6633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 txBox="1"/>
          <p:nvPr/>
        </p:nvSpPr>
        <p:spPr>
          <a:xfrm>
            <a:off x="3006324" y="4726100"/>
            <a:ext cx="25941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de" sz="800" u="none" cap="none" strike="noStrike">
                <a:solidFill>
                  <a:srgbClr val="000E7E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de" sz="800">
                <a:solidFill>
                  <a:srgbClr val="000E7E"/>
                </a:solidFill>
              </a:rPr>
              <a:t>6</a:t>
            </a:r>
            <a:r>
              <a:rPr b="0" i="0" lang="de" sz="800" u="none" cap="none" strike="noStrike">
                <a:solidFill>
                  <a:srgbClr val="000E7E"/>
                </a:solidFill>
                <a:latin typeface="Arial"/>
                <a:ea typeface="Arial"/>
                <a:cs typeface="Arial"/>
                <a:sym typeface="Arial"/>
              </a:rPr>
              <a:t> D4L data4life gGmbH. All rights reserved.</a:t>
            </a:r>
            <a:endParaRPr b="0" i="0" sz="800" u="none" cap="none" strike="noStrike">
              <a:solidFill>
                <a:srgbClr val="000E7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 txBox="1"/>
          <p:nvPr>
            <p:ph type="title"/>
          </p:nvPr>
        </p:nvSpPr>
        <p:spPr>
          <a:xfrm>
            <a:off x="305525" y="303525"/>
            <a:ext cx="58323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i="0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305825" y="1113175"/>
            <a:ext cx="58323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03" name="Google Shape;103;p16"/>
          <p:cNvSpPr txBox="1"/>
          <p:nvPr>
            <p:ph idx="2" type="body"/>
          </p:nvPr>
        </p:nvSpPr>
        <p:spPr>
          <a:xfrm>
            <a:off x="6880500" y="1113250"/>
            <a:ext cx="19575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- grey">
  <p:cSld name="Agenda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 txBox="1"/>
          <p:nvPr>
            <p:ph type="title"/>
          </p:nvPr>
        </p:nvSpPr>
        <p:spPr>
          <a:xfrm>
            <a:off x="305525" y="303525"/>
            <a:ext cx="41583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pic>
        <p:nvPicPr>
          <p:cNvPr id="107" name="Google Shape;10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 txBox="1"/>
          <p:nvPr/>
        </p:nvSpPr>
        <p:spPr>
          <a:xfrm>
            <a:off x="3006324" y="4726100"/>
            <a:ext cx="25941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de" sz="800" u="none" cap="none" strike="noStrike">
                <a:solidFill>
                  <a:srgbClr val="000E7E"/>
                </a:solidFill>
                <a:latin typeface="Arial"/>
                <a:ea typeface="Arial"/>
                <a:cs typeface="Arial"/>
                <a:sym typeface="Arial"/>
              </a:rPr>
              <a:t>© 20</a:t>
            </a:r>
            <a:r>
              <a:rPr lang="de" sz="800">
                <a:solidFill>
                  <a:srgbClr val="000E7E"/>
                </a:solidFill>
              </a:rPr>
              <a:t>26</a:t>
            </a:r>
            <a:r>
              <a:rPr b="0" i="0" lang="de" sz="800" u="none" cap="none" strike="noStrike">
                <a:solidFill>
                  <a:srgbClr val="000E7E"/>
                </a:solidFill>
                <a:latin typeface="Arial"/>
                <a:ea typeface="Arial"/>
                <a:cs typeface="Arial"/>
                <a:sym typeface="Arial"/>
              </a:rPr>
              <a:t> D4L data4life gGmbH. All rights reserved.</a:t>
            </a:r>
            <a:endParaRPr b="0" i="0" sz="800" u="none" cap="none" strike="noStrike">
              <a:solidFill>
                <a:srgbClr val="000E7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305525" y="1113250"/>
            <a:ext cx="41583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10" name="Google Shape;110;p17"/>
          <p:cNvSpPr txBox="1"/>
          <p:nvPr>
            <p:ph idx="2" type="body"/>
          </p:nvPr>
        </p:nvSpPr>
        <p:spPr>
          <a:xfrm>
            <a:off x="4680350" y="1113250"/>
            <a:ext cx="41583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11" name="Google Shape;111;p17"/>
          <p:cNvSpPr txBox="1"/>
          <p:nvPr>
            <p:ph idx="3" type="subTitle"/>
          </p:nvPr>
        </p:nvSpPr>
        <p:spPr>
          <a:xfrm>
            <a:off x="305525" y="674807"/>
            <a:ext cx="5616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- light blue">
  <p:cSld name="Agenda_1_3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8"/>
          <p:cNvSpPr txBox="1"/>
          <p:nvPr>
            <p:ph type="title"/>
          </p:nvPr>
        </p:nvSpPr>
        <p:spPr>
          <a:xfrm>
            <a:off x="305525" y="303525"/>
            <a:ext cx="41583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pic>
        <p:nvPicPr>
          <p:cNvPr id="115" name="Google Shape;11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 txBox="1"/>
          <p:nvPr/>
        </p:nvSpPr>
        <p:spPr>
          <a:xfrm>
            <a:off x="3006324" y="4726100"/>
            <a:ext cx="25941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de" sz="800" u="none" cap="none" strike="noStrike">
                <a:solidFill>
                  <a:srgbClr val="000E7E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de" sz="800">
                <a:solidFill>
                  <a:srgbClr val="000E7E"/>
                </a:solidFill>
              </a:rPr>
              <a:t>6</a:t>
            </a:r>
            <a:r>
              <a:rPr b="0" i="0" lang="de" sz="800" u="none" cap="none" strike="noStrike">
                <a:solidFill>
                  <a:srgbClr val="000E7E"/>
                </a:solidFill>
                <a:latin typeface="Arial"/>
                <a:ea typeface="Arial"/>
                <a:cs typeface="Arial"/>
                <a:sym typeface="Arial"/>
              </a:rPr>
              <a:t> D4L data4life gGmbH. All rights reserved.</a:t>
            </a:r>
            <a:endParaRPr b="0" i="0" sz="800" u="none" cap="none" strike="noStrike">
              <a:solidFill>
                <a:srgbClr val="000E7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305525" y="1113250"/>
            <a:ext cx="41583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18" name="Google Shape;118;p18"/>
          <p:cNvSpPr txBox="1"/>
          <p:nvPr>
            <p:ph idx="2" type="body"/>
          </p:nvPr>
        </p:nvSpPr>
        <p:spPr>
          <a:xfrm>
            <a:off x="4680350" y="1113250"/>
            <a:ext cx="41583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19" name="Google Shape;119;p18"/>
          <p:cNvSpPr txBox="1"/>
          <p:nvPr>
            <p:ph idx="3" type="subTitle"/>
          </p:nvPr>
        </p:nvSpPr>
        <p:spPr>
          <a:xfrm>
            <a:off x="305525" y="674807"/>
            <a:ext cx="5616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highlight top - blue">
  <p:cSld name="CUSTOM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/>
          <p:nvPr/>
        </p:nvSpPr>
        <p:spPr>
          <a:xfrm>
            <a:off x="0" y="0"/>
            <a:ext cx="9144000" cy="111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9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None/>
              <a:defRPr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306000" y="1428450"/>
            <a:ext cx="8532000" cy="3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highlight top - grey">
  <p:cSld name="CUSTOM_1_2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/>
          <p:nvPr/>
        </p:nvSpPr>
        <p:spPr>
          <a:xfrm>
            <a:off x="0" y="0"/>
            <a:ext cx="9144000" cy="1112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0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306000" y="1428450"/>
            <a:ext cx="8532000" cy="3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28" name="Google Shape;128;p20"/>
          <p:cNvSpPr txBox="1"/>
          <p:nvPr>
            <p:ph idx="2" type="subTitle"/>
          </p:nvPr>
        </p:nvSpPr>
        <p:spPr>
          <a:xfrm>
            <a:off x="305525" y="674807"/>
            <a:ext cx="5616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highlight top - light blue">
  <p:cSld name="CUSTOM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/>
          <p:nvPr/>
        </p:nvSpPr>
        <p:spPr>
          <a:xfrm>
            <a:off x="0" y="0"/>
            <a:ext cx="9144000" cy="11121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1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306000" y="1428450"/>
            <a:ext cx="8532000" cy="3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33" name="Google Shape;133;p21"/>
          <p:cNvSpPr txBox="1"/>
          <p:nvPr>
            <p:ph idx="2" type="subTitle"/>
          </p:nvPr>
        </p:nvSpPr>
        <p:spPr>
          <a:xfrm>
            <a:off x="305525" y="674807"/>
            <a:ext cx="5616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Zwei Inhalte_Text S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305525" y="1113225"/>
            <a:ext cx="41586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37" name="Google Shape;137;p22"/>
          <p:cNvSpPr txBox="1"/>
          <p:nvPr>
            <p:ph idx="2" type="body"/>
          </p:nvPr>
        </p:nvSpPr>
        <p:spPr>
          <a:xfrm>
            <a:off x="4680000" y="1113250"/>
            <a:ext cx="41586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header">
  <p:cSld name="Zwei Inhalte_Text S_3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306000" y="1647675"/>
            <a:ext cx="41577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41" name="Google Shape;141;p23"/>
          <p:cNvSpPr txBox="1"/>
          <p:nvPr>
            <p:ph idx="2" type="body"/>
          </p:nvPr>
        </p:nvSpPr>
        <p:spPr>
          <a:xfrm>
            <a:off x="4680300" y="1647675"/>
            <a:ext cx="41577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42" name="Google Shape;142;p23"/>
          <p:cNvSpPr txBox="1"/>
          <p:nvPr>
            <p:ph idx="3" type="subTitle"/>
          </p:nvPr>
        </p:nvSpPr>
        <p:spPr>
          <a:xfrm>
            <a:off x="305525" y="1113250"/>
            <a:ext cx="41577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23"/>
          <p:cNvSpPr txBox="1"/>
          <p:nvPr>
            <p:ph idx="4" type="subTitle"/>
          </p:nvPr>
        </p:nvSpPr>
        <p:spPr>
          <a:xfrm>
            <a:off x="4680300" y="1113250"/>
            <a:ext cx="41577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image">
  <p:cSld name="CUSTOM_2_1_1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/>
          <p:nvPr>
            <p:ph idx="2" type="pic"/>
          </p:nvPr>
        </p:nvSpPr>
        <p:spPr>
          <a:xfrm>
            <a:off x="4693500" y="1122750"/>
            <a:ext cx="4158000" cy="35112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305525" y="1113225"/>
            <a:ext cx="41586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47" name="Google Shape;147;p24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Zwei Inhalte_Text S_4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305525" y="1113225"/>
            <a:ext cx="27009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51" name="Google Shape;151;p25"/>
          <p:cNvSpPr txBox="1"/>
          <p:nvPr>
            <p:ph idx="2" type="body"/>
          </p:nvPr>
        </p:nvSpPr>
        <p:spPr>
          <a:xfrm>
            <a:off x="3221825" y="1113250"/>
            <a:ext cx="27009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52" name="Google Shape;152;p25"/>
          <p:cNvSpPr txBox="1"/>
          <p:nvPr>
            <p:ph idx="3" type="body"/>
          </p:nvPr>
        </p:nvSpPr>
        <p:spPr>
          <a:xfrm>
            <a:off x="6138125" y="1113250"/>
            <a:ext cx="27009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header">
  <p:cSld name="Zwei Inhalte_Text S_3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55" name="Google Shape;155;p26"/>
          <p:cNvSpPr txBox="1"/>
          <p:nvPr>
            <p:ph idx="1" type="body"/>
          </p:nvPr>
        </p:nvSpPr>
        <p:spPr>
          <a:xfrm>
            <a:off x="305825" y="1647675"/>
            <a:ext cx="27006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56" name="Google Shape;156;p26"/>
          <p:cNvSpPr txBox="1"/>
          <p:nvPr>
            <p:ph idx="2" type="body"/>
          </p:nvPr>
        </p:nvSpPr>
        <p:spPr>
          <a:xfrm>
            <a:off x="3221825" y="1647675"/>
            <a:ext cx="27006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57" name="Google Shape;157;p26"/>
          <p:cNvSpPr txBox="1"/>
          <p:nvPr>
            <p:ph idx="3" type="body"/>
          </p:nvPr>
        </p:nvSpPr>
        <p:spPr>
          <a:xfrm>
            <a:off x="6137850" y="1647675"/>
            <a:ext cx="27006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58" name="Google Shape;158;p26"/>
          <p:cNvSpPr txBox="1"/>
          <p:nvPr>
            <p:ph idx="4" type="subTitle"/>
          </p:nvPr>
        </p:nvSpPr>
        <p:spPr>
          <a:xfrm>
            <a:off x="305525" y="1113250"/>
            <a:ext cx="2700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6"/>
          <p:cNvSpPr txBox="1"/>
          <p:nvPr>
            <p:ph idx="5" type="subTitle"/>
          </p:nvPr>
        </p:nvSpPr>
        <p:spPr>
          <a:xfrm>
            <a:off x="3221825" y="1113250"/>
            <a:ext cx="2700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26"/>
          <p:cNvSpPr txBox="1"/>
          <p:nvPr>
            <p:ph idx="6" type="subTitle"/>
          </p:nvPr>
        </p:nvSpPr>
        <p:spPr>
          <a:xfrm>
            <a:off x="6138125" y="1113250"/>
            <a:ext cx="2700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width image">
  <p:cSld name="CUSTOM_2_1_1_1"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/>
          <p:nvPr>
            <p:ph idx="2" type="pic"/>
          </p:nvPr>
        </p:nvSpPr>
        <p:spPr>
          <a:xfrm>
            <a:off x="319500" y="1122750"/>
            <a:ext cx="8532000" cy="35112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27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page image">
  <p:cSld name="CUSTOM_2_1_1_2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">
  <p:cSld name="Abschnitt">
    <p:bg>
      <p:bgPr>
        <a:solidFill>
          <a:schemeClr val="dk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05990" y="1113238"/>
            <a:ext cx="58317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/>
              <a:buNone/>
              <a:defRPr sz="4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68" name="Google Shape;168;p29"/>
          <p:cNvSpPr txBox="1"/>
          <p:nvPr>
            <p:ph idx="12" type="sldNum"/>
          </p:nvPr>
        </p:nvSpPr>
        <p:spPr>
          <a:xfrm>
            <a:off x="8568475" y="4690965"/>
            <a:ext cx="270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69" name="Google Shape;169;p29"/>
          <p:cNvSpPr txBox="1"/>
          <p:nvPr/>
        </p:nvSpPr>
        <p:spPr>
          <a:xfrm>
            <a:off x="3006324" y="4726100"/>
            <a:ext cx="25941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de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de" sz="800">
                <a:solidFill>
                  <a:schemeClr val="lt1"/>
                </a:solidFill>
              </a:rPr>
              <a:t>6</a:t>
            </a:r>
            <a:r>
              <a:rPr b="0" i="0" lang="de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D4L data4life gGmbH. All rights reserved.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with number">
  <p:cSld name="Abschnitt mit Zahl"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305990" y="1113238"/>
            <a:ext cx="58317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/>
              <a:buNone/>
              <a:defRPr sz="4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72" name="Google Shape;172;p30"/>
          <p:cNvSpPr txBox="1"/>
          <p:nvPr>
            <p:ph idx="1" type="body"/>
          </p:nvPr>
        </p:nvSpPr>
        <p:spPr>
          <a:xfrm>
            <a:off x="306025" y="195600"/>
            <a:ext cx="82956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b="0" sz="6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b="0" sz="6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b="0" sz="6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b="0" sz="6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b="0" sz="6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b="0" sz="6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b="0" sz="6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30"/>
          <p:cNvSpPr txBox="1"/>
          <p:nvPr>
            <p:ph idx="12" type="sldNum"/>
          </p:nvPr>
        </p:nvSpPr>
        <p:spPr>
          <a:xfrm>
            <a:off x="8568475" y="4690965"/>
            <a:ext cx="270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74" name="Google Shape;174;p30"/>
          <p:cNvSpPr txBox="1"/>
          <p:nvPr/>
        </p:nvSpPr>
        <p:spPr>
          <a:xfrm>
            <a:off x="3006324" y="4726100"/>
            <a:ext cx="25941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de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de" sz="800">
                <a:solidFill>
                  <a:schemeClr val="lt1"/>
                </a:solidFill>
              </a:rPr>
              <a:t>6</a:t>
            </a:r>
            <a:r>
              <a:rPr b="0" i="0" lang="de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D4L data4life gGmbH. All rights reserved.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art Text - blue">
  <p:cSld name="CUSTOM_6_1_1">
    <p:bg>
      <p:bgPr>
        <a:solidFill>
          <a:srgbClr val="EBF2FB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6" name="Google Shape;176;p31"/>
          <p:cNvCxnSpPr/>
          <p:nvPr/>
        </p:nvCxnSpPr>
        <p:spPr>
          <a:xfrm>
            <a:off x="4572000" y="1089750"/>
            <a:ext cx="0" cy="3540000"/>
          </a:xfrm>
          <a:prstGeom prst="straightConnector1">
            <a:avLst/>
          </a:prstGeom>
          <a:noFill/>
          <a:ln cap="flat" cmpd="sng" w="9525">
            <a:solidFill>
              <a:srgbClr val="000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31"/>
          <p:cNvSpPr txBox="1"/>
          <p:nvPr>
            <p:ph type="title"/>
          </p:nvPr>
        </p:nvSpPr>
        <p:spPr>
          <a:xfrm>
            <a:off x="306000" y="1113250"/>
            <a:ext cx="41577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8" name="Google Shape;178;p31"/>
          <p:cNvSpPr txBox="1"/>
          <p:nvPr>
            <p:ph idx="2" type="title"/>
          </p:nvPr>
        </p:nvSpPr>
        <p:spPr>
          <a:xfrm>
            <a:off x="4680350" y="1113250"/>
            <a:ext cx="41577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179" name="Google Shape;179;p31"/>
          <p:cNvSpPr txBox="1"/>
          <p:nvPr>
            <p:ph idx="1" type="body"/>
          </p:nvPr>
        </p:nvSpPr>
        <p:spPr>
          <a:xfrm>
            <a:off x="306000" y="1647675"/>
            <a:ext cx="41577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80" name="Google Shape;180;p31"/>
          <p:cNvSpPr txBox="1"/>
          <p:nvPr>
            <p:ph idx="3" type="body"/>
          </p:nvPr>
        </p:nvSpPr>
        <p:spPr>
          <a:xfrm>
            <a:off x="4680300" y="1647675"/>
            <a:ext cx="41577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art Text - grey">
  <p:cSld name="CUSTOM_6">
    <p:bg>
      <p:bgPr>
        <a:solidFill>
          <a:srgbClr val="EFEFE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306000" y="1113250"/>
            <a:ext cx="41577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83" name="Google Shape;183;p32"/>
          <p:cNvCxnSpPr/>
          <p:nvPr/>
        </p:nvCxnSpPr>
        <p:spPr>
          <a:xfrm>
            <a:off x="4572000" y="1089750"/>
            <a:ext cx="0" cy="3540000"/>
          </a:xfrm>
          <a:prstGeom prst="straightConnector1">
            <a:avLst/>
          </a:prstGeom>
          <a:noFill/>
          <a:ln cap="flat" cmpd="sng" w="9525">
            <a:solidFill>
              <a:srgbClr val="000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32"/>
          <p:cNvSpPr txBox="1"/>
          <p:nvPr>
            <p:ph idx="2" type="title"/>
          </p:nvPr>
        </p:nvSpPr>
        <p:spPr>
          <a:xfrm>
            <a:off x="4680350" y="1113250"/>
            <a:ext cx="41577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185" name="Google Shape;185;p32"/>
          <p:cNvSpPr txBox="1"/>
          <p:nvPr>
            <p:ph idx="1" type="body"/>
          </p:nvPr>
        </p:nvSpPr>
        <p:spPr>
          <a:xfrm>
            <a:off x="306000" y="1647675"/>
            <a:ext cx="41577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86" name="Google Shape;186;p32"/>
          <p:cNvSpPr txBox="1"/>
          <p:nvPr>
            <p:ph idx="3" type="body"/>
          </p:nvPr>
        </p:nvSpPr>
        <p:spPr>
          <a:xfrm>
            <a:off x="4680300" y="1647675"/>
            <a:ext cx="41577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Puzzle - Large">
  <p:cSld name="CUSTOM_2">
    <p:bg>
      <p:bgPr>
        <a:solidFill>
          <a:schemeClr val="l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89" name="Google Shape;189;p33"/>
          <p:cNvSpPr/>
          <p:nvPr/>
        </p:nvSpPr>
        <p:spPr>
          <a:xfrm rot="5400000">
            <a:off x="4952150" y="741925"/>
            <a:ext cx="3501900" cy="4260900"/>
          </a:xfrm>
          <a:prstGeom prst="round2SameRect">
            <a:avLst>
              <a:gd fmla="val 3741" name="adj1"/>
              <a:gd fmla="val 0" name="adj2"/>
            </a:avLst>
          </a:prstGeom>
          <a:solidFill>
            <a:srgbClr val="FEEF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3"/>
          <p:cNvSpPr/>
          <p:nvPr/>
        </p:nvSpPr>
        <p:spPr>
          <a:xfrm rot="-5400000">
            <a:off x="691350" y="749725"/>
            <a:ext cx="3508200" cy="4251900"/>
          </a:xfrm>
          <a:prstGeom prst="round2SameRect">
            <a:avLst>
              <a:gd fmla="val 3996" name="adj1"/>
              <a:gd fmla="val 0" name="adj2"/>
            </a:avLst>
          </a:prstGeom>
          <a:solidFill>
            <a:srgbClr val="CDE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8100" y="1245888"/>
            <a:ext cx="7607798" cy="325297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3"/>
          <p:cNvSpPr/>
          <p:nvPr/>
        </p:nvSpPr>
        <p:spPr>
          <a:xfrm>
            <a:off x="1575775" y="2468015"/>
            <a:ext cx="129600" cy="110100"/>
          </a:xfrm>
          <a:prstGeom prst="rect">
            <a:avLst/>
          </a:prstGeom>
          <a:solidFill>
            <a:srgbClr val="CDE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numbered">
  <p:cSld name="CUSTOM_5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95" name="Google Shape;195;p34"/>
          <p:cNvSpPr/>
          <p:nvPr/>
        </p:nvSpPr>
        <p:spPr>
          <a:xfrm>
            <a:off x="306000" y="1280950"/>
            <a:ext cx="2384400" cy="33432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2354900" y="1113250"/>
            <a:ext cx="651600" cy="653400"/>
          </a:xfrm>
          <a:prstGeom prst="ellipse">
            <a:avLst/>
          </a:prstGeom>
          <a:solidFill>
            <a:srgbClr val="FF5F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3221275" y="1280950"/>
            <a:ext cx="2384400" cy="33432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5270175" y="1113250"/>
            <a:ext cx="651600" cy="653400"/>
          </a:xfrm>
          <a:prstGeom prst="ellipse">
            <a:avLst/>
          </a:prstGeom>
          <a:solidFill>
            <a:srgbClr val="FF5F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/>
          <p:nvPr/>
        </p:nvSpPr>
        <p:spPr>
          <a:xfrm>
            <a:off x="6136550" y="1280950"/>
            <a:ext cx="2384400" cy="33432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4"/>
          <p:cNvSpPr/>
          <p:nvPr/>
        </p:nvSpPr>
        <p:spPr>
          <a:xfrm>
            <a:off x="8185450" y="1113250"/>
            <a:ext cx="651600" cy="653400"/>
          </a:xfrm>
          <a:prstGeom prst="ellipse">
            <a:avLst/>
          </a:prstGeom>
          <a:solidFill>
            <a:srgbClr val="FF5F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top with icons - grey">
  <p:cSld name="CUSTOM_4_3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/>
          <p:nvPr/>
        </p:nvSpPr>
        <p:spPr>
          <a:xfrm>
            <a:off x="50" y="0"/>
            <a:ext cx="9144000" cy="1911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EFEFE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5"/>
          <p:cNvSpPr/>
          <p:nvPr/>
        </p:nvSpPr>
        <p:spPr>
          <a:xfrm>
            <a:off x="777575" y="1341851"/>
            <a:ext cx="915300" cy="9153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5"/>
          <p:cNvSpPr/>
          <p:nvPr/>
        </p:nvSpPr>
        <p:spPr>
          <a:xfrm>
            <a:off x="3001942" y="1341851"/>
            <a:ext cx="915300" cy="9153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5"/>
          <p:cNvSpPr/>
          <p:nvPr/>
        </p:nvSpPr>
        <p:spPr>
          <a:xfrm>
            <a:off x="5226308" y="1341851"/>
            <a:ext cx="915300" cy="9153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5"/>
          <p:cNvSpPr/>
          <p:nvPr/>
        </p:nvSpPr>
        <p:spPr>
          <a:xfrm>
            <a:off x="7450675" y="1341851"/>
            <a:ext cx="915300" cy="9153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5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08" name="Google Shape;208;p35"/>
          <p:cNvSpPr txBox="1"/>
          <p:nvPr>
            <p:ph idx="1" type="body"/>
          </p:nvPr>
        </p:nvSpPr>
        <p:spPr>
          <a:xfrm>
            <a:off x="305525" y="2804650"/>
            <a:ext cx="18594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09" name="Google Shape;209;p35"/>
          <p:cNvSpPr txBox="1"/>
          <p:nvPr>
            <p:ph idx="2" type="body"/>
          </p:nvPr>
        </p:nvSpPr>
        <p:spPr>
          <a:xfrm>
            <a:off x="2531291" y="2804650"/>
            <a:ext cx="18594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10" name="Google Shape;210;p35"/>
          <p:cNvSpPr txBox="1"/>
          <p:nvPr>
            <p:ph idx="3" type="body"/>
          </p:nvPr>
        </p:nvSpPr>
        <p:spPr>
          <a:xfrm>
            <a:off x="4757044" y="2804650"/>
            <a:ext cx="18594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11" name="Google Shape;211;p35"/>
          <p:cNvSpPr txBox="1"/>
          <p:nvPr>
            <p:ph idx="4" type="body"/>
          </p:nvPr>
        </p:nvSpPr>
        <p:spPr>
          <a:xfrm>
            <a:off x="6978622" y="2804650"/>
            <a:ext cx="18594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12" name="Google Shape;212;p35"/>
          <p:cNvSpPr txBox="1"/>
          <p:nvPr>
            <p:ph idx="5" type="subTitle"/>
          </p:nvPr>
        </p:nvSpPr>
        <p:spPr>
          <a:xfrm>
            <a:off x="306050" y="787338"/>
            <a:ext cx="85320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  <p:sp>
        <p:nvSpPr>
          <p:cNvPr id="213" name="Google Shape;213;p35"/>
          <p:cNvSpPr txBox="1"/>
          <p:nvPr>
            <p:ph idx="6" type="subTitle"/>
          </p:nvPr>
        </p:nvSpPr>
        <p:spPr>
          <a:xfrm>
            <a:off x="2529892" y="2362450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  <p:sp>
        <p:nvSpPr>
          <p:cNvPr id="214" name="Google Shape;214;p35"/>
          <p:cNvSpPr txBox="1"/>
          <p:nvPr>
            <p:ph idx="7" type="subTitle"/>
          </p:nvPr>
        </p:nvSpPr>
        <p:spPr>
          <a:xfrm>
            <a:off x="305525" y="2362450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  <p:sp>
        <p:nvSpPr>
          <p:cNvPr id="215" name="Google Shape;215;p35"/>
          <p:cNvSpPr txBox="1"/>
          <p:nvPr>
            <p:ph idx="8" type="subTitle"/>
          </p:nvPr>
        </p:nvSpPr>
        <p:spPr>
          <a:xfrm>
            <a:off x="4754258" y="2362450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  <p:sp>
        <p:nvSpPr>
          <p:cNvPr id="216" name="Google Shape;216;p35"/>
          <p:cNvSpPr txBox="1"/>
          <p:nvPr>
            <p:ph idx="9" type="subTitle"/>
          </p:nvPr>
        </p:nvSpPr>
        <p:spPr>
          <a:xfrm>
            <a:off x="6978625" y="2362450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top with icons - light blue">
  <p:cSld name="CUSTOM_4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/>
          <p:nvPr/>
        </p:nvSpPr>
        <p:spPr>
          <a:xfrm>
            <a:off x="50" y="0"/>
            <a:ext cx="9144000" cy="19116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6"/>
          <p:cNvSpPr/>
          <p:nvPr/>
        </p:nvSpPr>
        <p:spPr>
          <a:xfrm>
            <a:off x="777575" y="1341851"/>
            <a:ext cx="915300" cy="9153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EBF2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6"/>
          <p:cNvSpPr/>
          <p:nvPr/>
        </p:nvSpPr>
        <p:spPr>
          <a:xfrm>
            <a:off x="3001942" y="1341851"/>
            <a:ext cx="915300" cy="9153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EBF2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6"/>
          <p:cNvSpPr/>
          <p:nvPr/>
        </p:nvSpPr>
        <p:spPr>
          <a:xfrm>
            <a:off x="5226308" y="1341851"/>
            <a:ext cx="915300" cy="9153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EBF2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7450675" y="1341851"/>
            <a:ext cx="915300" cy="9153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EBF2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24" name="Google Shape;224;p36"/>
          <p:cNvSpPr txBox="1"/>
          <p:nvPr>
            <p:ph idx="1" type="body"/>
          </p:nvPr>
        </p:nvSpPr>
        <p:spPr>
          <a:xfrm>
            <a:off x="305525" y="2804650"/>
            <a:ext cx="18594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25" name="Google Shape;225;p36"/>
          <p:cNvSpPr txBox="1"/>
          <p:nvPr>
            <p:ph idx="2" type="body"/>
          </p:nvPr>
        </p:nvSpPr>
        <p:spPr>
          <a:xfrm>
            <a:off x="2531291" y="2804650"/>
            <a:ext cx="18594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26" name="Google Shape;226;p36"/>
          <p:cNvSpPr txBox="1"/>
          <p:nvPr>
            <p:ph idx="3" type="body"/>
          </p:nvPr>
        </p:nvSpPr>
        <p:spPr>
          <a:xfrm>
            <a:off x="4757044" y="2804650"/>
            <a:ext cx="18594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27" name="Google Shape;227;p36"/>
          <p:cNvSpPr txBox="1"/>
          <p:nvPr>
            <p:ph idx="4" type="body"/>
          </p:nvPr>
        </p:nvSpPr>
        <p:spPr>
          <a:xfrm>
            <a:off x="6978622" y="2804650"/>
            <a:ext cx="18594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28" name="Google Shape;228;p36"/>
          <p:cNvSpPr txBox="1"/>
          <p:nvPr>
            <p:ph idx="5" type="subTitle"/>
          </p:nvPr>
        </p:nvSpPr>
        <p:spPr>
          <a:xfrm>
            <a:off x="305750" y="787350"/>
            <a:ext cx="8532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  <p:sp>
        <p:nvSpPr>
          <p:cNvPr id="229" name="Google Shape;229;p36"/>
          <p:cNvSpPr txBox="1"/>
          <p:nvPr>
            <p:ph idx="6" type="subTitle"/>
          </p:nvPr>
        </p:nvSpPr>
        <p:spPr>
          <a:xfrm>
            <a:off x="2529892" y="2362450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  <p:sp>
        <p:nvSpPr>
          <p:cNvPr id="230" name="Google Shape;230;p36"/>
          <p:cNvSpPr txBox="1"/>
          <p:nvPr>
            <p:ph idx="7" type="subTitle"/>
          </p:nvPr>
        </p:nvSpPr>
        <p:spPr>
          <a:xfrm>
            <a:off x="305525" y="2362450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  <p:sp>
        <p:nvSpPr>
          <p:cNvPr id="231" name="Google Shape;231;p36"/>
          <p:cNvSpPr txBox="1"/>
          <p:nvPr>
            <p:ph idx="8" type="subTitle"/>
          </p:nvPr>
        </p:nvSpPr>
        <p:spPr>
          <a:xfrm>
            <a:off x="4754258" y="2362450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  <p:sp>
        <p:nvSpPr>
          <p:cNvPr id="232" name="Google Shape;232;p36"/>
          <p:cNvSpPr txBox="1"/>
          <p:nvPr>
            <p:ph idx="9" type="subTitle"/>
          </p:nvPr>
        </p:nvSpPr>
        <p:spPr>
          <a:xfrm>
            <a:off x="6978625" y="2362450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with icons">
  <p:cSld name="CUSTOM_7"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35" name="Google Shape;235;p37"/>
          <p:cNvSpPr/>
          <p:nvPr/>
        </p:nvSpPr>
        <p:spPr>
          <a:xfrm>
            <a:off x="515225" y="1113250"/>
            <a:ext cx="1440000" cy="1440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7"/>
          <p:cNvSpPr/>
          <p:nvPr/>
        </p:nvSpPr>
        <p:spPr>
          <a:xfrm>
            <a:off x="2739592" y="1113250"/>
            <a:ext cx="1440000" cy="1440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7"/>
          <p:cNvSpPr/>
          <p:nvPr/>
        </p:nvSpPr>
        <p:spPr>
          <a:xfrm>
            <a:off x="4963958" y="1113250"/>
            <a:ext cx="1440000" cy="1440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7188325" y="1113250"/>
            <a:ext cx="1440000" cy="1440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7"/>
          <p:cNvSpPr txBox="1"/>
          <p:nvPr>
            <p:ph idx="1" type="body"/>
          </p:nvPr>
        </p:nvSpPr>
        <p:spPr>
          <a:xfrm>
            <a:off x="305525" y="3220638"/>
            <a:ext cx="18594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40" name="Google Shape;240;p37"/>
          <p:cNvSpPr txBox="1"/>
          <p:nvPr>
            <p:ph idx="2" type="body"/>
          </p:nvPr>
        </p:nvSpPr>
        <p:spPr>
          <a:xfrm>
            <a:off x="2531292" y="3220638"/>
            <a:ext cx="18594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41" name="Google Shape;241;p37"/>
          <p:cNvSpPr txBox="1"/>
          <p:nvPr>
            <p:ph idx="3" type="body"/>
          </p:nvPr>
        </p:nvSpPr>
        <p:spPr>
          <a:xfrm>
            <a:off x="4757046" y="3220638"/>
            <a:ext cx="18594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42" name="Google Shape;242;p37"/>
          <p:cNvSpPr txBox="1"/>
          <p:nvPr>
            <p:ph idx="4" type="body"/>
          </p:nvPr>
        </p:nvSpPr>
        <p:spPr>
          <a:xfrm>
            <a:off x="6978625" y="3220638"/>
            <a:ext cx="18594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43" name="Google Shape;243;p37"/>
          <p:cNvSpPr txBox="1"/>
          <p:nvPr>
            <p:ph idx="5" type="subTitle"/>
          </p:nvPr>
        </p:nvSpPr>
        <p:spPr>
          <a:xfrm>
            <a:off x="2529892" y="2652475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  <p:sp>
        <p:nvSpPr>
          <p:cNvPr id="244" name="Google Shape;244;p37"/>
          <p:cNvSpPr txBox="1"/>
          <p:nvPr>
            <p:ph idx="6" type="subTitle"/>
          </p:nvPr>
        </p:nvSpPr>
        <p:spPr>
          <a:xfrm>
            <a:off x="305525" y="2652475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  <p:sp>
        <p:nvSpPr>
          <p:cNvPr id="245" name="Google Shape;245;p37"/>
          <p:cNvSpPr txBox="1"/>
          <p:nvPr>
            <p:ph idx="7" type="subTitle"/>
          </p:nvPr>
        </p:nvSpPr>
        <p:spPr>
          <a:xfrm>
            <a:off x="4754258" y="2652475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  <p:sp>
        <p:nvSpPr>
          <p:cNvPr id="246" name="Google Shape;246;p37"/>
          <p:cNvSpPr txBox="1"/>
          <p:nvPr>
            <p:ph idx="8" type="subTitle"/>
          </p:nvPr>
        </p:nvSpPr>
        <p:spPr>
          <a:xfrm>
            <a:off x="6978625" y="2652475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s">
  <p:cSld name="Kontakt">
    <p:bg>
      <p:bgPr>
        <a:solidFill>
          <a:schemeClr val="accent2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8"/>
          <p:cNvSpPr txBox="1"/>
          <p:nvPr>
            <p:ph type="ctrTitle"/>
          </p:nvPr>
        </p:nvSpPr>
        <p:spPr>
          <a:xfrm>
            <a:off x="305526" y="1113588"/>
            <a:ext cx="5616178" cy="11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Georgia"/>
              <a:buNone/>
              <a:defRPr i="0" sz="4100"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9" name="Google Shape;249;p38"/>
          <p:cNvSpPr txBox="1"/>
          <p:nvPr>
            <p:ph idx="1" type="body"/>
          </p:nvPr>
        </p:nvSpPr>
        <p:spPr>
          <a:xfrm>
            <a:off x="305225" y="2464196"/>
            <a:ext cx="2701200" cy="15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50" name="Google Shape;250;p38"/>
          <p:cNvSpPr txBox="1"/>
          <p:nvPr>
            <p:ph idx="2" type="body"/>
          </p:nvPr>
        </p:nvSpPr>
        <p:spPr>
          <a:xfrm>
            <a:off x="3221500" y="2463761"/>
            <a:ext cx="2701200" cy="15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51" name="Google Shape;251;p38"/>
          <p:cNvSpPr txBox="1"/>
          <p:nvPr>
            <p:ph idx="3" type="body"/>
          </p:nvPr>
        </p:nvSpPr>
        <p:spPr>
          <a:xfrm>
            <a:off x="6137675" y="2463325"/>
            <a:ext cx="2701200" cy="15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65225" y="303050"/>
            <a:ext cx="1473674" cy="1179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Kontakt_1">
    <p:bg>
      <p:bgPr>
        <a:solidFill>
          <a:schemeClr val="accent2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65225" y="303050"/>
            <a:ext cx="1473674" cy="117936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9"/>
          <p:cNvSpPr txBox="1"/>
          <p:nvPr/>
        </p:nvSpPr>
        <p:spPr>
          <a:xfrm>
            <a:off x="306000" y="1113250"/>
            <a:ext cx="5616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de" sz="5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Thank You.</a:t>
            </a:r>
            <a:endParaRPr b="0" i="0" sz="5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width text - brown">
  <p:cSld name="Agenda_1_2_2">
    <p:bg>
      <p:bgPr>
        <a:solidFill>
          <a:schemeClr val="accent2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0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58" name="Google Shape;258;p40"/>
          <p:cNvSpPr txBox="1"/>
          <p:nvPr>
            <p:ph idx="1" type="body"/>
          </p:nvPr>
        </p:nvSpPr>
        <p:spPr>
          <a:xfrm>
            <a:off x="305825" y="1113175"/>
            <a:ext cx="85320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59" name="Google Shape;259;p40"/>
          <p:cNvSpPr txBox="1"/>
          <p:nvPr>
            <p:ph idx="2" type="subTitle"/>
          </p:nvPr>
        </p:nvSpPr>
        <p:spPr>
          <a:xfrm>
            <a:off x="305525" y="674807"/>
            <a:ext cx="5616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- Style - 2 (Blue)">
  <p:cSld name="Agenda_2_1_1_1_2_1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1"/>
          <p:cNvSpPr/>
          <p:nvPr/>
        </p:nvSpPr>
        <p:spPr>
          <a:xfrm>
            <a:off x="0" y="0"/>
            <a:ext cx="2511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62" name="Google Shape;262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6389" y="4858687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1"/>
          <p:cNvSpPr txBox="1"/>
          <p:nvPr/>
        </p:nvSpPr>
        <p:spPr>
          <a:xfrm>
            <a:off x="4017599" y="4726100"/>
            <a:ext cx="25941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chemeClr val="lt1"/>
                </a:solidFill>
              </a:rPr>
              <a:t>© 2026 D4L data4life gGmbH. All rights reserved.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4" name="Google Shape;264;p41"/>
          <p:cNvSpPr txBox="1"/>
          <p:nvPr>
            <p:ph type="title"/>
          </p:nvPr>
        </p:nvSpPr>
        <p:spPr>
          <a:xfrm>
            <a:off x="247500" y="303533"/>
            <a:ext cx="2016000" cy="13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5" name="Google Shape;265;p41"/>
          <p:cNvSpPr txBox="1"/>
          <p:nvPr/>
        </p:nvSpPr>
        <p:spPr>
          <a:xfrm>
            <a:off x="7086600" y="4723825"/>
            <a:ext cx="18624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chemeClr val="lt1"/>
                </a:solidFill>
              </a:rPr>
              <a:t>    </a:t>
            </a:r>
            <a:fld id="{00000000-1234-1234-1234-123412341234}" type="slidenum">
              <a:rPr lang="de" sz="800">
                <a:solidFill>
                  <a:schemeClr val="lt1"/>
                </a:solidFill>
              </a:rPr>
              <a:t>‹#›</a:t>
            </a:fld>
            <a:endParaRPr sz="8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266" name="Google Shape;266;p41"/>
          <p:cNvSpPr/>
          <p:nvPr>
            <p:ph idx="2" type="pic"/>
          </p:nvPr>
        </p:nvSpPr>
        <p:spPr>
          <a:xfrm>
            <a:off x="247500" y="1837950"/>
            <a:ext cx="2016000" cy="241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- Style - 2 (Light Blue)">
  <p:cSld name="Agenda_2_1_1_1_2_1_1">
    <p:bg>
      <p:bgPr>
        <a:solidFill>
          <a:schemeClr val="accent6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2"/>
          <p:cNvSpPr/>
          <p:nvPr/>
        </p:nvSpPr>
        <p:spPr>
          <a:xfrm>
            <a:off x="0" y="0"/>
            <a:ext cx="2511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69" name="Google Shape;269;p42"/>
          <p:cNvSpPr txBox="1"/>
          <p:nvPr>
            <p:ph type="title"/>
          </p:nvPr>
        </p:nvSpPr>
        <p:spPr>
          <a:xfrm>
            <a:off x="247500" y="303533"/>
            <a:ext cx="2016000" cy="13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42"/>
          <p:cNvSpPr/>
          <p:nvPr>
            <p:ph idx="2" type="pic"/>
          </p:nvPr>
        </p:nvSpPr>
        <p:spPr>
          <a:xfrm>
            <a:off x="247500" y="1837950"/>
            <a:ext cx="2016000" cy="241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271" name="Google Shape;271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- Style - 2 (Gray)">
  <p:cSld name="Agenda_2_1_1_1_2_1_1_1">
    <p:bg>
      <p:bgPr>
        <a:solidFill>
          <a:srgbClr val="EFEFE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3"/>
          <p:cNvSpPr/>
          <p:nvPr/>
        </p:nvSpPr>
        <p:spPr>
          <a:xfrm>
            <a:off x="0" y="0"/>
            <a:ext cx="2511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74" name="Google Shape;274;p43"/>
          <p:cNvSpPr txBox="1"/>
          <p:nvPr>
            <p:ph type="title"/>
          </p:nvPr>
        </p:nvSpPr>
        <p:spPr>
          <a:xfrm>
            <a:off x="247500" y="303533"/>
            <a:ext cx="2016000" cy="13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5" name="Google Shape;275;p43"/>
          <p:cNvSpPr/>
          <p:nvPr>
            <p:ph idx="2" type="pic"/>
          </p:nvPr>
        </p:nvSpPr>
        <p:spPr>
          <a:xfrm>
            <a:off x="247500" y="1837950"/>
            <a:ext cx="2016000" cy="241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276" name="Google Shape;276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ei Drittel_Text M">
  <p:cSld name="Zwei Drittel_Text M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4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79" name="Google Shape;279;p44"/>
          <p:cNvSpPr txBox="1"/>
          <p:nvPr>
            <p:ph idx="1" type="body"/>
          </p:nvPr>
        </p:nvSpPr>
        <p:spPr>
          <a:xfrm>
            <a:off x="306000" y="1113250"/>
            <a:ext cx="56160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80" name="Google Shape;280;p44"/>
          <p:cNvSpPr txBox="1"/>
          <p:nvPr>
            <p:ph idx="2" type="body"/>
          </p:nvPr>
        </p:nvSpPr>
        <p:spPr>
          <a:xfrm>
            <a:off x="6145475" y="1113250"/>
            <a:ext cx="3639000" cy="29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indent="-3048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 sz="1200">
                <a:solidFill>
                  <a:schemeClr val="dk2"/>
                </a:solidFill>
              </a:defRPr>
            </a:lvl3pPr>
            <a:lvl4pPr indent="-3048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Char char="−"/>
              <a:defRPr sz="1200">
                <a:solidFill>
                  <a:schemeClr val="dk2"/>
                </a:solidFill>
              </a:defRPr>
            </a:lvl4pPr>
            <a:lvl5pPr indent="-304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Char char="−"/>
              <a:defRPr sz="1200">
                <a:solidFill>
                  <a:schemeClr val="dk2"/>
                </a:solidFill>
              </a:defRPr>
            </a:lvl5pPr>
            <a:lvl6pPr indent="-304800" lvl="5" marL="2743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Char char="−"/>
              <a:defRPr sz="1200">
                <a:solidFill>
                  <a:schemeClr val="dk2"/>
                </a:solidFill>
              </a:defRPr>
            </a:lvl6pPr>
            <a:lvl7pPr indent="-304800" lvl="6" marL="3200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Char char="−"/>
              <a:defRPr sz="1200">
                <a:solidFill>
                  <a:schemeClr val="dk2"/>
                </a:solidFill>
              </a:defRPr>
            </a:lvl7pPr>
            <a:lvl8pPr indent="-304800" lvl="7" marL="3657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Char char="−"/>
              <a:defRPr sz="1200">
                <a:solidFill>
                  <a:schemeClr val="dk2"/>
                </a:solidFill>
              </a:defRPr>
            </a:lvl8pPr>
            <a:lvl9pPr indent="-304800" lvl="8" marL="411480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1200"/>
              <a:buChar char="−"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7" name="Google Shape;287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8" name="Google Shape;28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1" name="Google Shape;29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4" name="Google Shape;294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5" name="Google Shape;295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8" name="Google Shape;298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" name="Google Shape;299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0" name="Google Shape;30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3" name="Google Shape;303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6" name="Google Shape;306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7" name="Google Shape;307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0" name="Google Shape;310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14" name="Google Shape;314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5" name="Google Shape;315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6" name="Google Shape;316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19" name="Google Shape;319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22" name="Google Shape;322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3" name="Google Shape;323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">
  <p:cSld name="Nur Titel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7"/>
          <p:cNvSpPr txBox="1"/>
          <p:nvPr>
            <p:ph type="title"/>
          </p:nvPr>
        </p:nvSpPr>
        <p:spPr>
          <a:xfrm>
            <a:off x="305526" y="249492"/>
            <a:ext cx="8532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Georgia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28" name="Google Shape;328;p57"/>
          <p:cNvSpPr/>
          <p:nvPr/>
        </p:nvSpPr>
        <p:spPr>
          <a:xfrm>
            <a:off x="305991" y="4785996"/>
            <a:ext cx="1727727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de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DATA4LIFE.CARE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57"/>
          <p:cNvSpPr txBox="1"/>
          <p:nvPr>
            <p:ph idx="11" type="ftr"/>
          </p:nvPr>
        </p:nvSpPr>
        <p:spPr>
          <a:xfrm>
            <a:off x="4572000" y="4786008"/>
            <a:ext cx="3942096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0" name="Google Shape;330;p57"/>
          <p:cNvSpPr txBox="1"/>
          <p:nvPr>
            <p:ph idx="12" type="sldNum"/>
          </p:nvPr>
        </p:nvSpPr>
        <p:spPr>
          <a:xfrm>
            <a:off x="8568474" y="4786008"/>
            <a:ext cx="2700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1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21.xml"/><Relationship Id="rId44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20.xml"/><Relationship Id="rId43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45" Type="http://schemas.openxmlformats.org/officeDocument/2006/relationships/theme" Target="../theme/theme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39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15.xml"/><Relationship Id="rId38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8.xml"/><Relationship Id="rId6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0.xml"/><Relationship Id="rId8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E9E9E">
            <a:alpha val="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b="0" i="0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04575" y="1113750"/>
            <a:ext cx="85329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8" name="Google Shape;8;p1"/>
          <p:cNvGrpSpPr/>
          <p:nvPr/>
        </p:nvGrpSpPr>
        <p:grpSpPr>
          <a:xfrm>
            <a:off x="305526" y="-128550"/>
            <a:ext cx="8532948" cy="54000"/>
            <a:chOff x="407368" y="-243408"/>
            <a:chExt cx="11377264" cy="216000"/>
          </a:xfrm>
        </p:grpSpPr>
        <p:cxnSp>
          <p:nvCxnSpPr>
            <p:cNvPr id="9" name="Google Shape;9;p1"/>
            <p:cNvCxnSpPr/>
            <p:nvPr/>
          </p:nvCxnSpPr>
          <p:spPr>
            <a:xfrm>
              <a:off x="407368" y="-243408"/>
              <a:ext cx="0" cy="216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" name="Google Shape;10;p1"/>
            <p:cNvCxnSpPr/>
            <p:nvPr/>
          </p:nvCxnSpPr>
          <p:spPr>
            <a:xfrm>
              <a:off x="4007768" y="-243408"/>
              <a:ext cx="0" cy="216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" name="Google Shape;11;p1"/>
            <p:cNvCxnSpPr/>
            <p:nvPr/>
          </p:nvCxnSpPr>
          <p:spPr>
            <a:xfrm>
              <a:off x="4295800" y="-243408"/>
              <a:ext cx="0" cy="216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" name="Google Shape;12;p1"/>
            <p:cNvCxnSpPr/>
            <p:nvPr/>
          </p:nvCxnSpPr>
          <p:spPr>
            <a:xfrm>
              <a:off x="5951984" y="-243408"/>
              <a:ext cx="0" cy="216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" name="Google Shape;13;p1"/>
            <p:cNvCxnSpPr/>
            <p:nvPr/>
          </p:nvCxnSpPr>
          <p:spPr>
            <a:xfrm>
              <a:off x="6240016" y="-243408"/>
              <a:ext cx="0" cy="216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7896200" y="-243408"/>
              <a:ext cx="0" cy="216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8184232" y="-243408"/>
              <a:ext cx="0" cy="216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1784632" y="-243408"/>
              <a:ext cx="0" cy="216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7" name="Google Shape;17;p1"/>
          <p:cNvGrpSpPr/>
          <p:nvPr/>
        </p:nvGrpSpPr>
        <p:grpSpPr>
          <a:xfrm>
            <a:off x="-126516" y="1113588"/>
            <a:ext cx="54000" cy="3510390"/>
            <a:chOff x="-456728" y="1484784"/>
            <a:chExt cx="216000" cy="4680520"/>
          </a:xfrm>
        </p:grpSpPr>
        <p:cxnSp>
          <p:nvCxnSpPr>
            <p:cNvPr id="18" name="Google Shape;18;p1"/>
            <p:cNvCxnSpPr/>
            <p:nvPr/>
          </p:nvCxnSpPr>
          <p:spPr>
            <a:xfrm>
              <a:off x="-456728" y="1484784"/>
              <a:ext cx="216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-456728" y="6165304"/>
              <a:ext cx="216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0" name="Google Shape;20;p1"/>
          <p:cNvSpPr txBox="1"/>
          <p:nvPr/>
        </p:nvSpPr>
        <p:spPr>
          <a:xfrm>
            <a:off x="7086600" y="4723825"/>
            <a:ext cx="18624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de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Confidential / Internal / Public</a:t>
            </a:r>
            <a:r>
              <a:rPr b="0" i="0" lang="de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fld id="{00000000-1234-1234-1234-123412341234}" type="slidenum">
              <a:rPr b="0" i="0" lang="de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 txBox="1"/>
          <p:nvPr/>
        </p:nvSpPr>
        <p:spPr>
          <a:xfrm>
            <a:off x="3006324" y="4726100"/>
            <a:ext cx="25941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de" sz="800" u="none" cap="none" strike="noStrike">
                <a:solidFill>
                  <a:srgbClr val="000E7E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de" sz="800">
                <a:solidFill>
                  <a:srgbClr val="000E7E"/>
                </a:solidFill>
              </a:rPr>
              <a:t>6</a:t>
            </a:r>
            <a:r>
              <a:rPr b="0" i="0" lang="de" sz="800" u="none" cap="none" strike="noStrike">
                <a:solidFill>
                  <a:srgbClr val="000E7E"/>
                </a:solidFill>
                <a:latin typeface="Arial"/>
                <a:ea typeface="Arial"/>
                <a:cs typeface="Arial"/>
                <a:sym typeface="Arial"/>
              </a:rPr>
              <a:t> D4L data4life gGmbH. All rights reserved.</a:t>
            </a:r>
            <a:endParaRPr b="0" i="0" sz="800" u="none" cap="none" strike="noStrike">
              <a:solidFill>
                <a:srgbClr val="000E7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93">
          <p15:clr>
            <a:srgbClr val="F26B43"/>
          </p15:clr>
        </p15:guide>
        <p15:guide id="2" pos="2880">
          <p15:clr>
            <a:srgbClr val="F26B43"/>
          </p15:clr>
        </p15:guide>
        <p15:guide id="3" pos="2812">
          <p15:clr>
            <a:srgbClr val="F26B43"/>
          </p15:clr>
        </p15:guide>
        <p15:guide id="4" pos="2948">
          <p15:clr>
            <a:srgbClr val="F26B43"/>
          </p15:clr>
        </p15:guide>
        <p15:guide id="5" pos="5567">
          <p15:clr>
            <a:srgbClr val="F26B43"/>
          </p15:clr>
        </p15:guide>
        <p15:guide id="6" pos="3731">
          <p15:clr>
            <a:srgbClr val="F26B43"/>
          </p15:clr>
        </p15:guide>
        <p15:guide id="7" pos="3866">
          <p15:clr>
            <a:srgbClr val="F26B43"/>
          </p15:clr>
        </p15:guide>
        <p15:guide id="8" pos="2029">
          <p15:clr>
            <a:srgbClr val="F26B43"/>
          </p15:clr>
        </p15:guide>
        <p15:guide id="9" pos="1894">
          <p15:clr>
            <a:srgbClr val="F26B43"/>
          </p15:clr>
        </p15:guide>
        <p15:guide id="10" orient="horz" pos="701">
          <p15:clr>
            <a:srgbClr val="F26B43"/>
          </p15:clr>
        </p15:guide>
        <p15:guide id="11" orient="horz" pos="29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9E9E9E">
            <a:alpha val="0"/>
          </a:srgbClr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3" name="Google Shape;283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4" name="Google Shape;284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8"/>
          <p:cNvSpPr txBox="1"/>
          <p:nvPr>
            <p:ph type="ctrTitle"/>
          </p:nvPr>
        </p:nvSpPr>
        <p:spPr>
          <a:xfrm>
            <a:off x="305526" y="1113238"/>
            <a:ext cx="56163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/>
          </a:p>
        </p:txBody>
      </p:sp>
      <p:sp>
        <p:nvSpPr>
          <p:cNvPr id="336" name="Google Shape;336;p58"/>
          <p:cNvSpPr txBox="1"/>
          <p:nvPr>
            <p:ph idx="1" type="subTitle"/>
          </p:nvPr>
        </p:nvSpPr>
        <p:spPr>
          <a:xfrm>
            <a:off x="305526" y="2409460"/>
            <a:ext cx="5616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9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42" name="Google Shape;342;p59"/>
          <p:cNvSpPr txBox="1"/>
          <p:nvPr>
            <p:ph idx="1" type="body"/>
          </p:nvPr>
        </p:nvSpPr>
        <p:spPr>
          <a:xfrm>
            <a:off x="305525" y="1113250"/>
            <a:ext cx="8532000" cy="3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0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48" name="Google Shape;348;p60"/>
          <p:cNvSpPr txBox="1"/>
          <p:nvPr>
            <p:ph idx="2" type="subTitle"/>
          </p:nvPr>
        </p:nvSpPr>
        <p:spPr>
          <a:xfrm>
            <a:off x="305525" y="674807"/>
            <a:ext cx="5616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49" name="Google Shape;349;p60"/>
          <p:cNvSpPr txBox="1"/>
          <p:nvPr>
            <p:ph idx="1" type="body"/>
          </p:nvPr>
        </p:nvSpPr>
        <p:spPr>
          <a:xfrm>
            <a:off x="305825" y="1113175"/>
            <a:ext cx="85320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1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55" name="Google Shape;355;p61"/>
          <p:cNvSpPr txBox="1"/>
          <p:nvPr>
            <p:ph idx="2" type="subTitle"/>
          </p:nvPr>
        </p:nvSpPr>
        <p:spPr>
          <a:xfrm>
            <a:off x="305525" y="674807"/>
            <a:ext cx="5616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56" name="Google Shape;356;p61"/>
          <p:cNvSpPr txBox="1"/>
          <p:nvPr>
            <p:ph idx="1" type="body"/>
          </p:nvPr>
        </p:nvSpPr>
        <p:spPr>
          <a:xfrm>
            <a:off x="305825" y="1113175"/>
            <a:ext cx="85320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2"/>
          <p:cNvSpPr txBox="1"/>
          <p:nvPr>
            <p:ph type="title"/>
          </p:nvPr>
        </p:nvSpPr>
        <p:spPr>
          <a:xfrm>
            <a:off x="306000" y="303533"/>
            <a:ext cx="2016000" cy="13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62" name="Google Shape;362;p62"/>
          <p:cNvSpPr txBox="1"/>
          <p:nvPr>
            <p:ph idx="1" type="body"/>
          </p:nvPr>
        </p:nvSpPr>
        <p:spPr>
          <a:xfrm>
            <a:off x="3006325" y="1113250"/>
            <a:ext cx="58317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3"/>
          <p:cNvSpPr txBox="1"/>
          <p:nvPr>
            <p:ph type="title"/>
          </p:nvPr>
        </p:nvSpPr>
        <p:spPr>
          <a:xfrm>
            <a:off x="306000" y="303526"/>
            <a:ext cx="2016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68" name="Google Shape;368;p63"/>
          <p:cNvSpPr txBox="1"/>
          <p:nvPr>
            <p:ph idx="2" type="subTitle"/>
          </p:nvPr>
        </p:nvSpPr>
        <p:spPr>
          <a:xfrm>
            <a:off x="305525" y="1448325"/>
            <a:ext cx="20160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69" name="Google Shape;369;p63"/>
          <p:cNvSpPr txBox="1"/>
          <p:nvPr>
            <p:ph idx="1" type="body"/>
          </p:nvPr>
        </p:nvSpPr>
        <p:spPr>
          <a:xfrm>
            <a:off x="3006325" y="1113250"/>
            <a:ext cx="58317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4"/>
          <p:cNvSpPr txBox="1"/>
          <p:nvPr>
            <p:ph type="title"/>
          </p:nvPr>
        </p:nvSpPr>
        <p:spPr>
          <a:xfrm>
            <a:off x="306000" y="303526"/>
            <a:ext cx="2016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75" name="Google Shape;375;p64"/>
          <p:cNvSpPr txBox="1"/>
          <p:nvPr>
            <p:ph idx="2" type="subTitle"/>
          </p:nvPr>
        </p:nvSpPr>
        <p:spPr>
          <a:xfrm>
            <a:off x="305525" y="1448325"/>
            <a:ext cx="20160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76" name="Google Shape;376;p64"/>
          <p:cNvSpPr txBox="1"/>
          <p:nvPr>
            <p:ph idx="1" type="body"/>
          </p:nvPr>
        </p:nvSpPr>
        <p:spPr>
          <a:xfrm>
            <a:off x="3006325" y="1113250"/>
            <a:ext cx="58317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5"/>
          <p:cNvSpPr txBox="1"/>
          <p:nvPr>
            <p:ph type="title"/>
          </p:nvPr>
        </p:nvSpPr>
        <p:spPr>
          <a:xfrm>
            <a:off x="306000" y="303526"/>
            <a:ext cx="2016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82" name="Google Shape;382;p65"/>
          <p:cNvSpPr txBox="1"/>
          <p:nvPr>
            <p:ph idx="2" type="subTitle"/>
          </p:nvPr>
        </p:nvSpPr>
        <p:spPr>
          <a:xfrm>
            <a:off x="305525" y="1448325"/>
            <a:ext cx="20160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83" name="Google Shape;383;p65"/>
          <p:cNvSpPr txBox="1"/>
          <p:nvPr>
            <p:ph idx="1" type="body"/>
          </p:nvPr>
        </p:nvSpPr>
        <p:spPr>
          <a:xfrm>
            <a:off x="3006325" y="1113250"/>
            <a:ext cx="58317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6"/>
          <p:cNvSpPr txBox="1"/>
          <p:nvPr>
            <p:ph type="title"/>
          </p:nvPr>
        </p:nvSpPr>
        <p:spPr>
          <a:xfrm>
            <a:off x="306000" y="303526"/>
            <a:ext cx="2016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89" name="Google Shape;389;p66"/>
          <p:cNvSpPr txBox="1"/>
          <p:nvPr>
            <p:ph idx="2" type="subTitle"/>
          </p:nvPr>
        </p:nvSpPr>
        <p:spPr>
          <a:xfrm>
            <a:off x="305525" y="1448325"/>
            <a:ext cx="20160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90" name="Google Shape;390;p66"/>
          <p:cNvSpPr txBox="1"/>
          <p:nvPr>
            <p:ph idx="1" type="body"/>
          </p:nvPr>
        </p:nvSpPr>
        <p:spPr>
          <a:xfrm>
            <a:off x="3006325" y="1113250"/>
            <a:ext cx="58317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7"/>
          <p:cNvSpPr txBox="1"/>
          <p:nvPr>
            <p:ph idx="2" type="body"/>
          </p:nvPr>
        </p:nvSpPr>
        <p:spPr>
          <a:xfrm>
            <a:off x="3221825" y="487850"/>
            <a:ext cx="5616300" cy="4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96" name="Google Shape;396;p67"/>
          <p:cNvSpPr txBox="1"/>
          <p:nvPr>
            <p:ph idx="1" type="body"/>
          </p:nvPr>
        </p:nvSpPr>
        <p:spPr>
          <a:xfrm>
            <a:off x="306000" y="487850"/>
            <a:ext cx="2475600" cy="4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8"/>
          <p:cNvSpPr txBox="1"/>
          <p:nvPr>
            <p:ph idx="1" type="body"/>
          </p:nvPr>
        </p:nvSpPr>
        <p:spPr>
          <a:xfrm>
            <a:off x="306000" y="487850"/>
            <a:ext cx="2475600" cy="4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02" name="Google Shape;402;p68"/>
          <p:cNvSpPr txBox="1"/>
          <p:nvPr>
            <p:ph idx="2" type="body"/>
          </p:nvPr>
        </p:nvSpPr>
        <p:spPr>
          <a:xfrm>
            <a:off x="3221825" y="487850"/>
            <a:ext cx="5616300" cy="4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9"/>
          <p:cNvSpPr txBox="1"/>
          <p:nvPr>
            <p:ph idx="1" type="body"/>
          </p:nvPr>
        </p:nvSpPr>
        <p:spPr>
          <a:xfrm>
            <a:off x="306000" y="487850"/>
            <a:ext cx="2475600" cy="4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08" name="Google Shape;408;p69"/>
          <p:cNvSpPr txBox="1"/>
          <p:nvPr>
            <p:ph idx="2" type="body"/>
          </p:nvPr>
        </p:nvSpPr>
        <p:spPr>
          <a:xfrm>
            <a:off x="3221825" y="487850"/>
            <a:ext cx="5616300" cy="4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70"/>
          <p:cNvSpPr txBox="1"/>
          <p:nvPr>
            <p:ph idx="2" type="body"/>
          </p:nvPr>
        </p:nvSpPr>
        <p:spPr>
          <a:xfrm>
            <a:off x="6880500" y="1113250"/>
            <a:ext cx="19575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14" name="Google Shape;414;p70"/>
          <p:cNvSpPr txBox="1"/>
          <p:nvPr>
            <p:ph idx="1" type="body"/>
          </p:nvPr>
        </p:nvSpPr>
        <p:spPr>
          <a:xfrm>
            <a:off x="305825" y="1113175"/>
            <a:ext cx="58323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15" name="Google Shape;415;p70"/>
          <p:cNvSpPr txBox="1"/>
          <p:nvPr>
            <p:ph idx="12" type="sldNum"/>
          </p:nvPr>
        </p:nvSpPr>
        <p:spPr>
          <a:xfrm>
            <a:off x="8568475" y="4690965"/>
            <a:ext cx="270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416" name="Google Shape;416;p70"/>
          <p:cNvSpPr txBox="1"/>
          <p:nvPr>
            <p:ph type="title"/>
          </p:nvPr>
        </p:nvSpPr>
        <p:spPr>
          <a:xfrm>
            <a:off x="305525" y="303525"/>
            <a:ext cx="58323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71"/>
          <p:cNvSpPr txBox="1"/>
          <p:nvPr>
            <p:ph idx="2" type="body"/>
          </p:nvPr>
        </p:nvSpPr>
        <p:spPr>
          <a:xfrm>
            <a:off x="6880500" y="1113250"/>
            <a:ext cx="19575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22" name="Google Shape;422;p71"/>
          <p:cNvSpPr txBox="1"/>
          <p:nvPr>
            <p:ph idx="1" type="body"/>
          </p:nvPr>
        </p:nvSpPr>
        <p:spPr>
          <a:xfrm>
            <a:off x="305825" y="1113175"/>
            <a:ext cx="58323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23" name="Google Shape;423;p71"/>
          <p:cNvSpPr txBox="1"/>
          <p:nvPr>
            <p:ph type="title"/>
          </p:nvPr>
        </p:nvSpPr>
        <p:spPr>
          <a:xfrm>
            <a:off x="305525" y="303525"/>
            <a:ext cx="58323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72"/>
          <p:cNvSpPr txBox="1"/>
          <p:nvPr>
            <p:ph idx="2" type="body"/>
          </p:nvPr>
        </p:nvSpPr>
        <p:spPr>
          <a:xfrm>
            <a:off x="6880500" y="1113250"/>
            <a:ext cx="19575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29" name="Google Shape;429;p72"/>
          <p:cNvSpPr txBox="1"/>
          <p:nvPr>
            <p:ph idx="1" type="body"/>
          </p:nvPr>
        </p:nvSpPr>
        <p:spPr>
          <a:xfrm>
            <a:off x="305825" y="1113175"/>
            <a:ext cx="58323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30" name="Google Shape;430;p72"/>
          <p:cNvSpPr txBox="1"/>
          <p:nvPr>
            <p:ph type="title"/>
          </p:nvPr>
        </p:nvSpPr>
        <p:spPr>
          <a:xfrm>
            <a:off x="305525" y="303525"/>
            <a:ext cx="58323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73"/>
          <p:cNvSpPr txBox="1"/>
          <p:nvPr>
            <p:ph idx="2" type="body"/>
          </p:nvPr>
        </p:nvSpPr>
        <p:spPr>
          <a:xfrm>
            <a:off x="4680350" y="1113250"/>
            <a:ext cx="41583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36" name="Google Shape;436;p73"/>
          <p:cNvSpPr txBox="1"/>
          <p:nvPr>
            <p:ph idx="1" type="body"/>
          </p:nvPr>
        </p:nvSpPr>
        <p:spPr>
          <a:xfrm>
            <a:off x="305525" y="1113250"/>
            <a:ext cx="41583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37" name="Google Shape;437;p73"/>
          <p:cNvSpPr txBox="1"/>
          <p:nvPr>
            <p:ph type="title"/>
          </p:nvPr>
        </p:nvSpPr>
        <p:spPr>
          <a:xfrm>
            <a:off x="305525" y="303525"/>
            <a:ext cx="41583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438" name="Google Shape;438;p73"/>
          <p:cNvSpPr txBox="1"/>
          <p:nvPr>
            <p:ph idx="3" type="subTitle"/>
          </p:nvPr>
        </p:nvSpPr>
        <p:spPr>
          <a:xfrm>
            <a:off x="305525" y="674807"/>
            <a:ext cx="5616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4"/>
          <p:cNvSpPr txBox="1"/>
          <p:nvPr>
            <p:ph idx="2" type="body"/>
          </p:nvPr>
        </p:nvSpPr>
        <p:spPr>
          <a:xfrm>
            <a:off x="4680350" y="1113250"/>
            <a:ext cx="41583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44" name="Google Shape;444;p74"/>
          <p:cNvSpPr txBox="1"/>
          <p:nvPr>
            <p:ph idx="1" type="body"/>
          </p:nvPr>
        </p:nvSpPr>
        <p:spPr>
          <a:xfrm>
            <a:off x="305525" y="1113250"/>
            <a:ext cx="41583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45" name="Google Shape;445;p74"/>
          <p:cNvSpPr txBox="1"/>
          <p:nvPr>
            <p:ph type="title"/>
          </p:nvPr>
        </p:nvSpPr>
        <p:spPr>
          <a:xfrm>
            <a:off x="305525" y="303525"/>
            <a:ext cx="41583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446" name="Google Shape;446;p74"/>
          <p:cNvSpPr txBox="1"/>
          <p:nvPr>
            <p:ph idx="3" type="subTitle"/>
          </p:nvPr>
        </p:nvSpPr>
        <p:spPr>
          <a:xfrm>
            <a:off x="305525" y="674807"/>
            <a:ext cx="5616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5"/>
          <p:cNvSpPr txBox="1"/>
          <p:nvPr>
            <p:ph idx="1" type="body"/>
          </p:nvPr>
        </p:nvSpPr>
        <p:spPr>
          <a:xfrm>
            <a:off x="306000" y="1428450"/>
            <a:ext cx="8532000" cy="3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52" name="Google Shape;452;p75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6"/>
          <p:cNvSpPr txBox="1"/>
          <p:nvPr>
            <p:ph idx="1" type="body"/>
          </p:nvPr>
        </p:nvSpPr>
        <p:spPr>
          <a:xfrm>
            <a:off x="306000" y="1428450"/>
            <a:ext cx="8532000" cy="3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58" name="Google Shape;458;p76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459" name="Google Shape;459;p76"/>
          <p:cNvSpPr txBox="1"/>
          <p:nvPr>
            <p:ph idx="2" type="subTitle"/>
          </p:nvPr>
        </p:nvSpPr>
        <p:spPr>
          <a:xfrm>
            <a:off x="305525" y="674807"/>
            <a:ext cx="5616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7"/>
          <p:cNvSpPr txBox="1"/>
          <p:nvPr>
            <p:ph idx="1" type="body"/>
          </p:nvPr>
        </p:nvSpPr>
        <p:spPr>
          <a:xfrm>
            <a:off x="306000" y="1428450"/>
            <a:ext cx="8532000" cy="3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65" name="Google Shape;465;p77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466" name="Google Shape;466;p77"/>
          <p:cNvSpPr txBox="1"/>
          <p:nvPr>
            <p:ph idx="2" type="subTitle"/>
          </p:nvPr>
        </p:nvSpPr>
        <p:spPr>
          <a:xfrm>
            <a:off x="305525" y="674807"/>
            <a:ext cx="5616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78"/>
          <p:cNvSpPr txBox="1"/>
          <p:nvPr>
            <p:ph idx="2" type="body"/>
          </p:nvPr>
        </p:nvSpPr>
        <p:spPr>
          <a:xfrm>
            <a:off x="4680000" y="1113250"/>
            <a:ext cx="41586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72" name="Google Shape;472;p78"/>
          <p:cNvSpPr txBox="1"/>
          <p:nvPr>
            <p:ph idx="1" type="body"/>
          </p:nvPr>
        </p:nvSpPr>
        <p:spPr>
          <a:xfrm>
            <a:off x="305525" y="1113225"/>
            <a:ext cx="41586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73" name="Google Shape;473;p78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9"/>
          <p:cNvSpPr txBox="1"/>
          <p:nvPr>
            <p:ph idx="2" type="body"/>
          </p:nvPr>
        </p:nvSpPr>
        <p:spPr>
          <a:xfrm>
            <a:off x="4680300" y="1647675"/>
            <a:ext cx="41577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79" name="Google Shape;479;p79"/>
          <p:cNvSpPr txBox="1"/>
          <p:nvPr>
            <p:ph idx="1" type="body"/>
          </p:nvPr>
        </p:nvSpPr>
        <p:spPr>
          <a:xfrm>
            <a:off x="306000" y="1647675"/>
            <a:ext cx="41577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80" name="Google Shape;480;p79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481" name="Google Shape;481;p79"/>
          <p:cNvSpPr txBox="1"/>
          <p:nvPr>
            <p:ph idx="3" type="subTitle"/>
          </p:nvPr>
        </p:nvSpPr>
        <p:spPr>
          <a:xfrm>
            <a:off x="305525" y="1113250"/>
            <a:ext cx="41577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82" name="Google Shape;482;p79"/>
          <p:cNvSpPr txBox="1"/>
          <p:nvPr>
            <p:ph idx="4" type="subTitle"/>
          </p:nvPr>
        </p:nvSpPr>
        <p:spPr>
          <a:xfrm>
            <a:off x="4680300" y="1113250"/>
            <a:ext cx="41577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80"/>
          <p:cNvSpPr txBox="1"/>
          <p:nvPr>
            <p:ph idx="1" type="body"/>
          </p:nvPr>
        </p:nvSpPr>
        <p:spPr>
          <a:xfrm>
            <a:off x="305525" y="1113225"/>
            <a:ext cx="41586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88" name="Google Shape;488;p80"/>
          <p:cNvSpPr/>
          <p:nvPr>
            <p:ph idx="2" type="pic"/>
          </p:nvPr>
        </p:nvSpPr>
        <p:spPr>
          <a:xfrm>
            <a:off x="4693500" y="1122750"/>
            <a:ext cx="4158000" cy="35112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80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81"/>
          <p:cNvSpPr txBox="1"/>
          <p:nvPr>
            <p:ph idx="2" type="body"/>
          </p:nvPr>
        </p:nvSpPr>
        <p:spPr>
          <a:xfrm>
            <a:off x="3221825" y="1113250"/>
            <a:ext cx="27009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95" name="Google Shape;495;p81"/>
          <p:cNvSpPr txBox="1"/>
          <p:nvPr>
            <p:ph idx="1" type="body"/>
          </p:nvPr>
        </p:nvSpPr>
        <p:spPr>
          <a:xfrm>
            <a:off x="305525" y="1113225"/>
            <a:ext cx="27009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96" name="Google Shape;496;p81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497" name="Google Shape;497;p81"/>
          <p:cNvSpPr txBox="1"/>
          <p:nvPr>
            <p:ph idx="3" type="body"/>
          </p:nvPr>
        </p:nvSpPr>
        <p:spPr>
          <a:xfrm>
            <a:off x="6138125" y="1113250"/>
            <a:ext cx="27009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82"/>
          <p:cNvSpPr txBox="1"/>
          <p:nvPr>
            <p:ph idx="2" type="body"/>
          </p:nvPr>
        </p:nvSpPr>
        <p:spPr>
          <a:xfrm>
            <a:off x="3221825" y="1647675"/>
            <a:ext cx="27006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03" name="Google Shape;503;p82"/>
          <p:cNvSpPr txBox="1"/>
          <p:nvPr>
            <p:ph idx="1" type="body"/>
          </p:nvPr>
        </p:nvSpPr>
        <p:spPr>
          <a:xfrm>
            <a:off x="305825" y="1647675"/>
            <a:ext cx="27006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04" name="Google Shape;504;p82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05" name="Google Shape;505;p82"/>
          <p:cNvSpPr txBox="1"/>
          <p:nvPr>
            <p:ph idx="3" type="body"/>
          </p:nvPr>
        </p:nvSpPr>
        <p:spPr>
          <a:xfrm>
            <a:off x="6137850" y="1647675"/>
            <a:ext cx="27006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06" name="Google Shape;506;p82"/>
          <p:cNvSpPr txBox="1"/>
          <p:nvPr>
            <p:ph idx="4" type="subTitle"/>
          </p:nvPr>
        </p:nvSpPr>
        <p:spPr>
          <a:xfrm>
            <a:off x="305525" y="1113250"/>
            <a:ext cx="2700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507" name="Google Shape;507;p82"/>
          <p:cNvSpPr txBox="1"/>
          <p:nvPr>
            <p:ph idx="5" type="subTitle"/>
          </p:nvPr>
        </p:nvSpPr>
        <p:spPr>
          <a:xfrm>
            <a:off x="3221825" y="1113250"/>
            <a:ext cx="2700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508" name="Google Shape;508;p82"/>
          <p:cNvSpPr txBox="1"/>
          <p:nvPr>
            <p:ph idx="6" type="subTitle"/>
          </p:nvPr>
        </p:nvSpPr>
        <p:spPr>
          <a:xfrm>
            <a:off x="6138125" y="1113250"/>
            <a:ext cx="2700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83"/>
          <p:cNvSpPr/>
          <p:nvPr>
            <p:ph idx="2" type="pic"/>
          </p:nvPr>
        </p:nvSpPr>
        <p:spPr>
          <a:xfrm>
            <a:off x="319500" y="1122750"/>
            <a:ext cx="8532000" cy="3511200"/>
          </a:xfrm>
          <a:prstGeom prst="rect">
            <a:avLst/>
          </a:prstGeom>
          <a:noFill/>
          <a:ln>
            <a:noFill/>
          </a:ln>
        </p:spPr>
      </p:sp>
      <p:sp>
        <p:nvSpPr>
          <p:cNvPr id="514" name="Google Shape;514;p83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84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85"/>
          <p:cNvSpPr txBox="1"/>
          <p:nvPr>
            <p:ph type="title"/>
          </p:nvPr>
        </p:nvSpPr>
        <p:spPr>
          <a:xfrm>
            <a:off x="305990" y="1113238"/>
            <a:ext cx="58317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/>
          </a:p>
        </p:txBody>
      </p:sp>
      <p:sp>
        <p:nvSpPr>
          <p:cNvPr id="525" name="Google Shape;525;p85"/>
          <p:cNvSpPr txBox="1"/>
          <p:nvPr>
            <p:ph idx="12" type="sldNum"/>
          </p:nvPr>
        </p:nvSpPr>
        <p:spPr>
          <a:xfrm>
            <a:off x="8568475" y="4690965"/>
            <a:ext cx="270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86"/>
          <p:cNvSpPr txBox="1"/>
          <p:nvPr>
            <p:ph idx="1" type="body"/>
          </p:nvPr>
        </p:nvSpPr>
        <p:spPr>
          <a:xfrm>
            <a:off x="306025" y="195600"/>
            <a:ext cx="82956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t/>
            </a:r>
            <a:endParaRPr/>
          </a:p>
        </p:txBody>
      </p:sp>
      <p:sp>
        <p:nvSpPr>
          <p:cNvPr id="531" name="Google Shape;531;p86"/>
          <p:cNvSpPr txBox="1"/>
          <p:nvPr>
            <p:ph type="title"/>
          </p:nvPr>
        </p:nvSpPr>
        <p:spPr>
          <a:xfrm>
            <a:off x="305990" y="1113238"/>
            <a:ext cx="58317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/>
          </a:p>
        </p:txBody>
      </p:sp>
      <p:sp>
        <p:nvSpPr>
          <p:cNvPr id="532" name="Google Shape;532;p86"/>
          <p:cNvSpPr txBox="1"/>
          <p:nvPr>
            <p:ph idx="12" type="sldNum"/>
          </p:nvPr>
        </p:nvSpPr>
        <p:spPr>
          <a:xfrm>
            <a:off x="8568475" y="4690965"/>
            <a:ext cx="270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87"/>
          <p:cNvSpPr txBox="1"/>
          <p:nvPr>
            <p:ph idx="3" type="body"/>
          </p:nvPr>
        </p:nvSpPr>
        <p:spPr>
          <a:xfrm>
            <a:off x="4680300" y="1647675"/>
            <a:ext cx="41577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38" name="Google Shape;538;p87"/>
          <p:cNvSpPr txBox="1"/>
          <p:nvPr>
            <p:ph idx="1" type="body"/>
          </p:nvPr>
        </p:nvSpPr>
        <p:spPr>
          <a:xfrm>
            <a:off x="306000" y="1647675"/>
            <a:ext cx="41577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39" name="Google Shape;539;p87"/>
          <p:cNvSpPr txBox="1"/>
          <p:nvPr>
            <p:ph type="title"/>
          </p:nvPr>
        </p:nvSpPr>
        <p:spPr>
          <a:xfrm>
            <a:off x="306000" y="1113250"/>
            <a:ext cx="41577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40" name="Google Shape;540;p87"/>
          <p:cNvSpPr txBox="1"/>
          <p:nvPr>
            <p:ph idx="2" type="title"/>
          </p:nvPr>
        </p:nvSpPr>
        <p:spPr>
          <a:xfrm>
            <a:off x="4680350" y="1113250"/>
            <a:ext cx="41577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88"/>
          <p:cNvSpPr txBox="1"/>
          <p:nvPr>
            <p:ph idx="3" type="body"/>
          </p:nvPr>
        </p:nvSpPr>
        <p:spPr>
          <a:xfrm>
            <a:off x="4680300" y="1647675"/>
            <a:ext cx="41577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46" name="Google Shape;546;p88"/>
          <p:cNvSpPr txBox="1"/>
          <p:nvPr>
            <p:ph idx="1" type="body"/>
          </p:nvPr>
        </p:nvSpPr>
        <p:spPr>
          <a:xfrm>
            <a:off x="306000" y="1647675"/>
            <a:ext cx="41577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47" name="Google Shape;547;p88"/>
          <p:cNvSpPr txBox="1"/>
          <p:nvPr>
            <p:ph type="title"/>
          </p:nvPr>
        </p:nvSpPr>
        <p:spPr>
          <a:xfrm>
            <a:off x="306000" y="1113250"/>
            <a:ext cx="41577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48" name="Google Shape;548;p88"/>
          <p:cNvSpPr txBox="1"/>
          <p:nvPr>
            <p:ph idx="2" type="title"/>
          </p:nvPr>
        </p:nvSpPr>
        <p:spPr>
          <a:xfrm>
            <a:off x="4680350" y="1113250"/>
            <a:ext cx="41577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89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90"/>
          <p:cNvSpPr txBox="1"/>
          <p:nvPr>
            <p:ph idx="2" type="body"/>
          </p:nvPr>
        </p:nvSpPr>
        <p:spPr>
          <a:xfrm>
            <a:off x="2531291" y="2804650"/>
            <a:ext cx="18594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59" name="Google Shape;559;p90"/>
          <p:cNvSpPr txBox="1"/>
          <p:nvPr>
            <p:ph idx="1" type="body"/>
          </p:nvPr>
        </p:nvSpPr>
        <p:spPr>
          <a:xfrm>
            <a:off x="305525" y="2804650"/>
            <a:ext cx="18594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60" name="Google Shape;560;p90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61" name="Google Shape;561;p90"/>
          <p:cNvSpPr txBox="1"/>
          <p:nvPr>
            <p:ph idx="3" type="body"/>
          </p:nvPr>
        </p:nvSpPr>
        <p:spPr>
          <a:xfrm>
            <a:off x="4757044" y="2804650"/>
            <a:ext cx="18594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62" name="Google Shape;562;p90"/>
          <p:cNvSpPr txBox="1"/>
          <p:nvPr>
            <p:ph idx="4" type="body"/>
          </p:nvPr>
        </p:nvSpPr>
        <p:spPr>
          <a:xfrm>
            <a:off x="6978622" y="2804650"/>
            <a:ext cx="18594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63" name="Google Shape;563;p90"/>
          <p:cNvSpPr txBox="1"/>
          <p:nvPr>
            <p:ph idx="5" type="subTitle"/>
          </p:nvPr>
        </p:nvSpPr>
        <p:spPr>
          <a:xfrm>
            <a:off x="305525" y="809600"/>
            <a:ext cx="85320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564" name="Google Shape;564;p90"/>
          <p:cNvSpPr txBox="1"/>
          <p:nvPr>
            <p:ph idx="6" type="subTitle"/>
          </p:nvPr>
        </p:nvSpPr>
        <p:spPr>
          <a:xfrm>
            <a:off x="2529892" y="2362450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5" name="Google Shape;565;p90"/>
          <p:cNvSpPr txBox="1"/>
          <p:nvPr>
            <p:ph idx="7" type="subTitle"/>
          </p:nvPr>
        </p:nvSpPr>
        <p:spPr>
          <a:xfrm>
            <a:off x="305525" y="2362450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p90"/>
          <p:cNvSpPr txBox="1"/>
          <p:nvPr>
            <p:ph idx="8" type="subTitle"/>
          </p:nvPr>
        </p:nvSpPr>
        <p:spPr>
          <a:xfrm>
            <a:off x="4754258" y="2362450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7" name="Google Shape;567;p90"/>
          <p:cNvSpPr txBox="1"/>
          <p:nvPr>
            <p:ph idx="9" type="subTitle"/>
          </p:nvPr>
        </p:nvSpPr>
        <p:spPr>
          <a:xfrm>
            <a:off x="6978625" y="2362450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91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92"/>
          <p:cNvSpPr txBox="1"/>
          <p:nvPr>
            <p:ph idx="2" type="body"/>
          </p:nvPr>
        </p:nvSpPr>
        <p:spPr>
          <a:xfrm>
            <a:off x="2531291" y="2804650"/>
            <a:ext cx="18594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78" name="Google Shape;578;p92"/>
          <p:cNvSpPr txBox="1"/>
          <p:nvPr>
            <p:ph idx="1" type="body"/>
          </p:nvPr>
        </p:nvSpPr>
        <p:spPr>
          <a:xfrm>
            <a:off x="305525" y="2804650"/>
            <a:ext cx="18594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79" name="Google Shape;579;p92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80" name="Google Shape;580;p92"/>
          <p:cNvSpPr txBox="1"/>
          <p:nvPr>
            <p:ph idx="3" type="body"/>
          </p:nvPr>
        </p:nvSpPr>
        <p:spPr>
          <a:xfrm>
            <a:off x="4757044" y="2804650"/>
            <a:ext cx="18594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81" name="Google Shape;581;p92"/>
          <p:cNvSpPr txBox="1"/>
          <p:nvPr>
            <p:ph idx="4" type="body"/>
          </p:nvPr>
        </p:nvSpPr>
        <p:spPr>
          <a:xfrm>
            <a:off x="6978622" y="2804650"/>
            <a:ext cx="18594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82" name="Google Shape;582;p92"/>
          <p:cNvSpPr txBox="1"/>
          <p:nvPr>
            <p:ph idx="5" type="subTitle"/>
          </p:nvPr>
        </p:nvSpPr>
        <p:spPr>
          <a:xfrm>
            <a:off x="306050" y="787338"/>
            <a:ext cx="85320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583" name="Google Shape;583;p92"/>
          <p:cNvSpPr txBox="1"/>
          <p:nvPr>
            <p:ph idx="6" type="subTitle"/>
          </p:nvPr>
        </p:nvSpPr>
        <p:spPr>
          <a:xfrm>
            <a:off x="2529892" y="2362450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4" name="Google Shape;584;p92"/>
          <p:cNvSpPr txBox="1"/>
          <p:nvPr>
            <p:ph idx="7" type="subTitle"/>
          </p:nvPr>
        </p:nvSpPr>
        <p:spPr>
          <a:xfrm>
            <a:off x="305525" y="2362450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5" name="Google Shape;585;p92"/>
          <p:cNvSpPr txBox="1"/>
          <p:nvPr>
            <p:ph idx="8" type="subTitle"/>
          </p:nvPr>
        </p:nvSpPr>
        <p:spPr>
          <a:xfrm>
            <a:off x="4754258" y="2362450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6" name="Google Shape;586;p92"/>
          <p:cNvSpPr txBox="1"/>
          <p:nvPr>
            <p:ph idx="9" type="subTitle"/>
          </p:nvPr>
        </p:nvSpPr>
        <p:spPr>
          <a:xfrm>
            <a:off x="6978625" y="2362450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93"/>
          <p:cNvSpPr txBox="1"/>
          <p:nvPr>
            <p:ph idx="2" type="body"/>
          </p:nvPr>
        </p:nvSpPr>
        <p:spPr>
          <a:xfrm>
            <a:off x="2531292" y="3220638"/>
            <a:ext cx="18594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92" name="Google Shape;592;p93"/>
          <p:cNvSpPr txBox="1"/>
          <p:nvPr>
            <p:ph idx="1" type="body"/>
          </p:nvPr>
        </p:nvSpPr>
        <p:spPr>
          <a:xfrm>
            <a:off x="305525" y="3220638"/>
            <a:ext cx="18594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93" name="Google Shape;593;p93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94" name="Google Shape;594;p93"/>
          <p:cNvSpPr txBox="1"/>
          <p:nvPr>
            <p:ph idx="3" type="body"/>
          </p:nvPr>
        </p:nvSpPr>
        <p:spPr>
          <a:xfrm>
            <a:off x="4757046" y="3220638"/>
            <a:ext cx="18594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95" name="Google Shape;595;p93"/>
          <p:cNvSpPr txBox="1"/>
          <p:nvPr>
            <p:ph idx="4" type="body"/>
          </p:nvPr>
        </p:nvSpPr>
        <p:spPr>
          <a:xfrm>
            <a:off x="6978625" y="3220638"/>
            <a:ext cx="18594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96" name="Google Shape;596;p93"/>
          <p:cNvSpPr txBox="1"/>
          <p:nvPr>
            <p:ph idx="5" type="subTitle"/>
          </p:nvPr>
        </p:nvSpPr>
        <p:spPr>
          <a:xfrm>
            <a:off x="2529892" y="2652475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7" name="Google Shape;597;p93"/>
          <p:cNvSpPr txBox="1"/>
          <p:nvPr>
            <p:ph idx="6" type="subTitle"/>
          </p:nvPr>
        </p:nvSpPr>
        <p:spPr>
          <a:xfrm>
            <a:off x="305525" y="2652475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8" name="Google Shape;598;p93"/>
          <p:cNvSpPr txBox="1"/>
          <p:nvPr>
            <p:ph idx="7" type="subTitle"/>
          </p:nvPr>
        </p:nvSpPr>
        <p:spPr>
          <a:xfrm>
            <a:off x="4754258" y="2652475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9" name="Google Shape;599;p93"/>
          <p:cNvSpPr txBox="1"/>
          <p:nvPr>
            <p:ph idx="8" type="subTitle"/>
          </p:nvPr>
        </p:nvSpPr>
        <p:spPr>
          <a:xfrm>
            <a:off x="6978625" y="2652475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94"/>
          <p:cNvSpPr txBox="1"/>
          <p:nvPr>
            <p:ph type="title"/>
          </p:nvPr>
        </p:nvSpPr>
        <p:spPr>
          <a:xfrm>
            <a:off x="247500" y="303533"/>
            <a:ext cx="2016000" cy="138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94"/>
          <p:cNvSpPr/>
          <p:nvPr>
            <p:ph idx="2" type="pic"/>
          </p:nvPr>
        </p:nvSpPr>
        <p:spPr>
          <a:xfrm>
            <a:off x="247500" y="1837950"/>
            <a:ext cx="2016000" cy="2414400"/>
          </a:xfrm>
          <a:prstGeom prst="rect">
            <a:avLst/>
          </a:prstGeom>
        </p:spPr>
      </p:sp>
      <p:graphicFrame>
        <p:nvGraphicFramePr>
          <p:cNvPr id="606" name="Google Shape;606;p94"/>
          <p:cNvGraphicFramePr/>
          <p:nvPr/>
        </p:nvGraphicFramePr>
        <p:xfrm>
          <a:off x="3006338" y="10249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{F7F95F35-C8AC-4EF0-80F1-5A003EE2AD93}</a:tableStyleId>
              </a:tblPr>
              <a:tblGrid>
                <a:gridCol w="2070375"/>
                <a:gridCol w="3761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rgbClr val="FFFFFF"/>
                          </a:solidFill>
                        </a:rPr>
                        <a:t>Name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rgbClr val="FFFFFF"/>
                          </a:solidFill>
                        </a:rPr>
                        <a:t>Text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lt1"/>
                          </a:solidFill>
                        </a:rPr>
                        <a:t>Text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rgbClr val="FFFFFF"/>
                          </a:solidFill>
                        </a:rPr>
                        <a:t>Duration &amp; Frequency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lt1"/>
                          </a:solidFill>
                        </a:rPr>
                        <a:t>Text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rgbClr val="FFFFFF"/>
                          </a:solidFill>
                        </a:rPr>
                        <a:t>Facilitator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lt1"/>
                          </a:solidFill>
                        </a:rPr>
                        <a:t>Text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rgbClr val="FFFFFF"/>
                          </a:solidFill>
                        </a:rPr>
                        <a:t>Transparency Consultant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lt1"/>
                          </a:solidFill>
                        </a:rPr>
                        <a:t>Text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rgbClr val="FFFFFF"/>
                          </a:solidFill>
                        </a:rPr>
                        <a:t>Person inviting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lt1"/>
                          </a:solidFill>
                        </a:rPr>
                        <a:t>Text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rgbClr val="FFFFFF"/>
                          </a:solidFill>
                        </a:rPr>
                        <a:t>Participating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lt1"/>
                          </a:solidFill>
                        </a:rPr>
                        <a:t>Text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rgbClr val="FFFFFF"/>
                          </a:solidFill>
                        </a:rPr>
                        <a:t>Agenda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D9C9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22800" lvl="0" marL="302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AutoNum type="arabicPeriod"/>
                      </a:pPr>
                      <a:r>
                        <a:rPr lang="de" sz="800">
                          <a:solidFill>
                            <a:srgbClr val="FFFFFF"/>
                          </a:solidFill>
                        </a:rPr>
                        <a:t>Text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  <a:p>
                      <a:pPr indent="-122800" lvl="0" marL="302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AutoNum type="arabicPeriod"/>
                      </a:pPr>
                      <a:r>
                        <a:rPr lang="de" sz="800">
                          <a:solidFill>
                            <a:srgbClr val="FFFFFF"/>
                          </a:solidFill>
                        </a:rPr>
                        <a:t>Text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D9C9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95"/>
          <p:cNvSpPr txBox="1"/>
          <p:nvPr>
            <p:ph type="title"/>
          </p:nvPr>
        </p:nvSpPr>
        <p:spPr>
          <a:xfrm>
            <a:off x="247500" y="303533"/>
            <a:ext cx="2016000" cy="138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95"/>
          <p:cNvSpPr/>
          <p:nvPr>
            <p:ph idx="2" type="pic"/>
          </p:nvPr>
        </p:nvSpPr>
        <p:spPr>
          <a:xfrm>
            <a:off x="247500" y="1837950"/>
            <a:ext cx="2016000" cy="2414400"/>
          </a:xfrm>
          <a:prstGeom prst="rect">
            <a:avLst/>
          </a:prstGeom>
        </p:spPr>
      </p:sp>
      <p:graphicFrame>
        <p:nvGraphicFramePr>
          <p:cNvPr id="613" name="Google Shape;613;p95"/>
          <p:cNvGraphicFramePr/>
          <p:nvPr/>
        </p:nvGraphicFramePr>
        <p:xfrm>
          <a:off x="3006338" y="10249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{F7F95F35-C8AC-4EF0-80F1-5A003EE2AD93}</a:tableStyleId>
              </a:tblPr>
              <a:tblGrid>
                <a:gridCol w="2070375"/>
                <a:gridCol w="3761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Text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Purpose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Text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Duration &amp; Frequency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Text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Facilitator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Text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Transparency Consultant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Text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Person inviting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Text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Participating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Text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Agenda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D9C9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22800" lvl="0" marL="302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AutoNum type="arabicPeriod"/>
                      </a:pPr>
                      <a:r>
                        <a:rPr lang="de" sz="800">
                          <a:solidFill>
                            <a:schemeClr val="dk1"/>
                          </a:solidFill>
                        </a:rPr>
                        <a:t>Text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-122800" lvl="0" marL="302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AutoNum type="arabicPeriod"/>
                      </a:pPr>
                      <a:r>
                        <a:rPr lang="de" sz="800">
                          <a:solidFill>
                            <a:schemeClr val="dk1"/>
                          </a:solidFill>
                        </a:rPr>
                        <a:t>Text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D9C9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96"/>
          <p:cNvSpPr txBox="1"/>
          <p:nvPr>
            <p:ph type="title"/>
          </p:nvPr>
        </p:nvSpPr>
        <p:spPr>
          <a:xfrm>
            <a:off x="247500" y="303533"/>
            <a:ext cx="2016000" cy="138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96"/>
          <p:cNvSpPr/>
          <p:nvPr>
            <p:ph idx="2" type="pic"/>
          </p:nvPr>
        </p:nvSpPr>
        <p:spPr>
          <a:xfrm>
            <a:off x="247500" y="1837950"/>
            <a:ext cx="2016000" cy="2414400"/>
          </a:xfrm>
          <a:prstGeom prst="rect">
            <a:avLst/>
          </a:prstGeom>
        </p:spPr>
      </p:sp>
      <p:graphicFrame>
        <p:nvGraphicFramePr>
          <p:cNvPr id="620" name="Google Shape;620;p96"/>
          <p:cNvGraphicFramePr/>
          <p:nvPr/>
        </p:nvGraphicFramePr>
        <p:xfrm>
          <a:off x="3006338" y="10249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{F7F95F35-C8AC-4EF0-80F1-5A003EE2AD93}</a:tableStyleId>
              </a:tblPr>
              <a:tblGrid>
                <a:gridCol w="2070375"/>
                <a:gridCol w="3761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Text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Purpose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Text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Duration &amp; Frequency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Text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Facilitator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Text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Transparency Consultant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Text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Person inviting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Text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Participating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Text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800">
                          <a:solidFill>
                            <a:schemeClr val="dk1"/>
                          </a:solidFill>
                        </a:rPr>
                        <a:t>Agenda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D9C9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22800" lvl="0" marL="302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AutoNum type="arabicPeriod"/>
                      </a:pPr>
                      <a:r>
                        <a:rPr lang="de" sz="800">
                          <a:solidFill>
                            <a:schemeClr val="dk1"/>
                          </a:solidFill>
                        </a:rPr>
                        <a:t>Text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-122800" lvl="0" marL="302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AutoNum type="arabicPeriod"/>
                      </a:pPr>
                      <a:r>
                        <a:rPr lang="de" sz="800">
                          <a:solidFill>
                            <a:schemeClr val="dk1"/>
                          </a:solidFill>
                        </a:rPr>
                        <a:t>Text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D9C9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97"/>
          <p:cNvSpPr txBox="1"/>
          <p:nvPr>
            <p:ph idx="2" type="body"/>
          </p:nvPr>
        </p:nvSpPr>
        <p:spPr>
          <a:xfrm>
            <a:off x="3221500" y="2463761"/>
            <a:ext cx="2701200" cy="15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26" name="Google Shape;626;p97"/>
          <p:cNvSpPr txBox="1"/>
          <p:nvPr>
            <p:ph idx="1" type="body"/>
          </p:nvPr>
        </p:nvSpPr>
        <p:spPr>
          <a:xfrm>
            <a:off x="305225" y="2464196"/>
            <a:ext cx="2701200" cy="15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27" name="Google Shape;627;p97"/>
          <p:cNvSpPr txBox="1"/>
          <p:nvPr>
            <p:ph type="ctrTitle"/>
          </p:nvPr>
        </p:nvSpPr>
        <p:spPr>
          <a:xfrm>
            <a:off x="305526" y="1113588"/>
            <a:ext cx="56163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t/>
            </a:r>
            <a:endParaRPr/>
          </a:p>
        </p:txBody>
      </p:sp>
      <p:sp>
        <p:nvSpPr>
          <p:cNvPr id="628" name="Google Shape;628;p97"/>
          <p:cNvSpPr txBox="1"/>
          <p:nvPr>
            <p:ph idx="3" type="body"/>
          </p:nvPr>
        </p:nvSpPr>
        <p:spPr>
          <a:xfrm>
            <a:off x="6137675" y="2463325"/>
            <a:ext cx="2701200" cy="15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4LIFE">
  <a:themeElements>
    <a:clrScheme name="DATA4LIFE">
      <a:dk1>
        <a:srgbClr val="000080"/>
      </a:dk1>
      <a:lt1>
        <a:srgbClr val="FFFFFF"/>
      </a:lt1>
      <a:dk2>
        <a:srgbClr val="D9D9D9"/>
      </a:dk2>
      <a:lt2>
        <a:srgbClr val="D9DBEC"/>
      </a:lt2>
      <a:accent1>
        <a:srgbClr val="FF5F5A"/>
      </a:accent1>
      <a:accent2>
        <a:srgbClr val="E6DADA"/>
      </a:accent2>
      <a:accent3>
        <a:srgbClr val="FFD2C3"/>
      </a:accent3>
      <a:accent4>
        <a:srgbClr val="BDD4F0"/>
      </a:accent4>
      <a:accent5>
        <a:srgbClr val="FDA2A2"/>
      </a:accent5>
      <a:accent6>
        <a:srgbClr val="EBF2FB"/>
      </a:accent6>
      <a:hlink>
        <a:srgbClr val="FF5A5A"/>
      </a:hlink>
      <a:folHlink>
        <a:srgbClr val="FFC4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